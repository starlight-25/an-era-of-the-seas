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8" r:id="rId3"/>
    <p:sldId id="270" r:id="rId4"/>
    <p:sldId id="26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1FA3EB-45D1-4168-A42B-CA68954C151D}" v="19" dt="2025-05-26T16:43:00.0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h Devin" userId="S::joseph.devin@epita.fr::169bab14-c98c-480a-8d15-21c4960385f3" providerId="AD" clId="Web-{B9A06B13-3A28-024C-FD6C-9594BF19879E}"/>
    <pc:docChg chg="modSld">
      <pc:chgData name="Joseph Devin" userId="S::joseph.devin@epita.fr::169bab14-c98c-480a-8d15-21c4960385f3" providerId="AD" clId="Web-{B9A06B13-3A28-024C-FD6C-9594BF19879E}" dt="2025-03-10T09:32:22.064" v="3" actId="1076"/>
      <pc:docMkLst>
        <pc:docMk/>
      </pc:docMkLst>
      <pc:sldChg chg="addSp modSp addAnim">
        <pc:chgData name="Joseph Devin" userId="S::joseph.devin@epita.fr::169bab14-c98c-480a-8d15-21c4960385f3" providerId="AD" clId="Web-{B9A06B13-3A28-024C-FD6C-9594BF19879E}" dt="2025-03-10T09:32:22.064" v="3" actId="1076"/>
        <pc:sldMkLst>
          <pc:docMk/>
          <pc:sldMk cId="2004968674" sldId="266"/>
        </pc:sldMkLst>
      </pc:sldChg>
    </pc:docChg>
  </pc:docChgLst>
  <pc:docChgLst>
    <pc:chgData name="Ethan Bruno" userId="S::ethan.bruno@epita.fr::1e0793a3-a72c-47ca-b8a4-907657cd9d92" providerId="AD" clId="Web-{CB3FA917-6D1E-4B47-8B9D-CD6262EA63B4}"/>
    <pc:docChg chg="addSld delSld modSld sldOrd">
      <pc:chgData name="Ethan Bruno" userId="S::ethan.bruno@epita.fr::1e0793a3-a72c-47ca-b8a4-907657cd9d92" providerId="AD" clId="Web-{CB3FA917-6D1E-4B47-8B9D-CD6262EA63B4}" dt="2025-03-11T09:39:19.309" v="88" actId="14100"/>
      <pc:docMkLst>
        <pc:docMk/>
      </pc:docMkLst>
      <pc:sldChg chg="addSp delSp modSp add ord replId">
        <pc:chgData name="Ethan Bruno" userId="S::ethan.bruno@epita.fr::1e0793a3-a72c-47ca-b8a4-907657cd9d92" providerId="AD" clId="Web-{CB3FA917-6D1E-4B47-8B9D-CD6262EA63B4}" dt="2025-03-11T09:36:30.604" v="83" actId="1076"/>
        <pc:sldMkLst>
          <pc:docMk/>
          <pc:sldMk cId="1501308905" sldId="271"/>
        </pc:sldMkLst>
      </pc:sldChg>
      <pc:sldChg chg="new del">
        <pc:chgData name="Ethan Bruno" userId="S::ethan.bruno@epita.fr::1e0793a3-a72c-47ca-b8a4-907657cd9d92" providerId="AD" clId="Web-{CB3FA917-6D1E-4B47-8B9D-CD6262EA63B4}" dt="2025-03-11T09:01:32.285" v="1"/>
        <pc:sldMkLst>
          <pc:docMk/>
          <pc:sldMk cId="3691707753" sldId="271"/>
        </pc:sldMkLst>
      </pc:sldChg>
      <pc:sldChg chg="addSp delSp modSp add replId">
        <pc:chgData name="Ethan Bruno" userId="S::ethan.bruno@epita.fr::1e0793a3-a72c-47ca-b8a4-907657cd9d92" providerId="AD" clId="Web-{CB3FA917-6D1E-4B47-8B9D-CD6262EA63B4}" dt="2025-03-11T09:39:19.309" v="88" actId="14100"/>
        <pc:sldMkLst>
          <pc:docMk/>
          <pc:sldMk cId="3784501386" sldId="272"/>
        </pc:sldMkLst>
      </pc:sldChg>
      <pc:sldChg chg="modSp add replId">
        <pc:chgData name="Ethan Bruno" userId="S::ethan.bruno@epita.fr::1e0793a3-a72c-47ca-b8a4-907657cd9d92" providerId="AD" clId="Web-{CB3FA917-6D1E-4B47-8B9D-CD6262EA63B4}" dt="2025-03-11T09:39:01.043" v="87" actId="1076"/>
        <pc:sldMkLst>
          <pc:docMk/>
          <pc:sldMk cId="28272043" sldId="273"/>
        </pc:sldMkLst>
      </pc:sldChg>
    </pc:docChg>
  </pc:docChgLst>
  <pc:docChgLst>
    <pc:chgData name="Jerome Lin" userId="95a85445-80b5-43e4-b05a-0353bad18c2b" providerId="ADAL" clId="{06605950-AF71-4CEF-B6A6-90A009DC151D}"/>
    <pc:docChg chg="undo custSel addSld modSld sldOrd">
      <pc:chgData name="Jerome Lin" userId="95a85445-80b5-43e4-b05a-0353bad18c2b" providerId="ADAL" clId="{06605950-AF71-4CEF-B6A6-90A009DC151D}" dt="2025-03-10T20:30:58.173" v="76"/>
      <pc:docMkLst>
        <pc:docMk/>
      </pc:docMkLst>
      <pc:sldChg chg="delSp modSp mod modAnim">
        <pc:chgData name="Jerome Lin" userId="95a85445-80b5-43e4-b05a-0353bad18c2b" providerId="ADAL" clId="{06605950-AF71-4CEF-B6A6-90A009DC151D}" dt="2025-03-10T20:30:58.173" v="76"/>
        <pc:sldMkLst>
          <pc:docMk/>
          <pc:sldMk cId="2004968674" sldId="266"/>
        </pc:sldMkLst>
      </pc:sldChg>
      <pc:sldChg chg="modSp mod">
        <pc:chgData name="Jerome Lin" userId="95a85445-80b5-43e4-b05a-0353bad18c2b" providerId="ADAL" clId="{06605950-AF71-4CEF-B6A6-90A009DC151D}" dt="2025-03-09T18:16:57.521" v="41" actId="20577"/>
        <pc:sldMkLst>
          <pc:docMk/>
          <pc:sldMk cId="2438974158" sldId="268"/>
        </pc:sldMkLst>
      </pc:sldChg>
      <pc:sldChg chg="addSp delSp modSp mod">
        <pc:chgData name="Jerome Lin" userId="95a85445-80b5-43e4-b05a-0353bad18c2b" providerId="ADAL" clId="{06605950-AF71-4CEF-B6A6-90A009DC151D}" dt="2025-03-09T15:06:34.107" v="23" actId="113"/>
        <pc:sldMkLst>
          <pc:docMk/>
          <pc:sldMk cId="2222449174" sldId="269"/>
        </pc:sldMkLst>
      </pc:sldChg>
      <pc:sldChg chg="addSp modSp add mod ord">
        <pc:chgData name="Jerome Lin" userId="95a85445-80b5-43e4-b05a-0353bad18c2b" providerId="ADAL" clId="{06605950-AF71-4CEF-B6A6-90A009DC151D}" dt="2025-03-09T18:27:09.347" v="71" actId="1076"/>
        <pc:sldMkLst>
          <pc:docMk/>
          <pc:sldMk cId="1868635387" sldId="270"/>
        </pc:sldMkLst>
      </pc:sldChg>
    </pc:docChg>
  </pc:docChgLst>
  <pc:docChgLst>
    <pc:chgData name="Joseph Devin" userId="S::joseph.devin@epita.fr::169bab14-c98c-480a-8d15-21c4960385f3" providerId="AD" clId="Web-{B5F343DD-2DDA-34D5-42BB-F70A4C7B5354}"/>
    <pc:docChg chg="modSld sldOrd">
      <pc:chgData name="Joseph Devin" userId="S::joseph.devin@epita.fr::169bab14-c98c-480a-8d15-21c4960385f3" providerId="AD" clId="Web-{B5F343DD-2DDA-34D5-42BB-F70A4C7B5354}" dt="2025-03-10T09:12:20.822" v="14" actId="20577"/>
      <pc:docMkLst>
        <pc:docMk/>
      </pc:docMkLst>
      <pc:sldChg chg="addSp delSp modSp">
        <pc:chgData name="Joseph Devin" userId="S::joseph.devin@epita.fr::169bab14-c98c-480a-8d15-21c4960385f3" providerId="AD" clId="Web-{B5F343DD-2DDA-34D5-42BB-F70A4C7B5354}" dt="2025-03-10T09:12:20.822" v="14" actId="20577"/>
        <pc:sldMkLst>
          <pc:docMk/>
          <pc:sldMk cId="2004968674" sldId="266"/>
        </pc:sldMkLst>
      </pc:sldChg>
      <pc:sldChg chg="ord">
        <pc:chgData name="Joseph Devin" userId="S::joseph.devin@epita.fr::169bab14-c98c-480a-8d15-21c4960385f3" providerId="AD" clId="Web-{B5F343DD-2DDA-34D5-42BB-F70A4C7B5354}" dt="2025-03-10T09:11:36.789" v="0"/>
        <pc:sldMkLst>
          <pc:docMk/>
          <pc:sldMk cId="2438974158" sldId="268"/>
        </pc:sldMkLst>
      </pc:sldChg>
    </pc:docChg>
  </pc:docChgLst>
  <pc:docChgLst>
    <pc:chgData name="Jerome Lin" userId="95a85445-80b5-43e4-b05a-0353bad18c2b" providerId="ADAL" clId="{821FA3EB-45D1-4168-A42B-CA68954C151D}"/>
    <pc:docChg chg="undo custSel addSld delSld modSld">
      <pc:chgData name="Jerome Lin" userId="95a85445-80b5-43e4-b05a-0353bad18c2b" providerId="ADAL" clId="{821FA3EB-45D1-4168-A42B-CA68954C151D}" dt="2025-05-26T16:43:06.013" v="97" actId="1076"/>
      <pc:docMkLst>
        <pc:docMk/>
      </pc:docMkLst>
      <pc:sldChg chg="del">
        <pc:chgData name="Jerome Lin" userId="95a85445-80b5-43e4-b05a-0353bad18c2b" providerId="ADAL" clId="{821FA3EB-45D1-4168-A42B-CA68954C151D}" dt="2025-05-26T14:03:20.684" v="5" actId="47"/>
        <pc:sldMkLst>
          <pc:docMk/>
          <pc:sldMk cId="2004968674" sldId="266"/>
        </pc:sldMkLst>
      </pc:sldChg>
      <pc:sldChg chg="addSp delSp modSp mod">
        <pc:chgData name="Jerome Lin" userId="95a85445-80b5-43e4-b05a-0353bad18c2b" providerId="ADAL" clId="{821FA3EB-45D1-4168-A42B-CA68954C151D}" dt="2025-05-26T16:41:50.264" v="57" actId="1076"/>
        <pc:sldMkLst>
          <pc:docMk/>
          <pc:sldMk cId="2438974158" sldId="268"/>
        </pc:sldMkLst>
        <pc:spChg chg="mod">
          <ac:chgData name="Jerome Lin" userId="95a85445-80b5-43e4-b05a-0353bad18c2b" providerId="ADAL" clId="{821FA3EB-45D1-4168-A42B-CA68954C151D}" dt="2025-05-26T16:39:39.188" v="19" actId="20577"/>
          <ac:spMkLst>
            <pc:docMk/>
            <pc:sldMk cId="2438974158" sldId="268"/>
            <ac:spMk id="5" creationId="{45A80864-865D-77DB-F7BB-0E93388F75A8}"/>
          </ac:spMkLst>
        </pc:spChg>
        <pc:spChg chg="add mod">
          <ac:chgData name="Jerome Lin" userId="95a85445-80b5-43e4-b05a-0353bad18c2b" providerId="ADAL" clId="{821FA3EB-45D1-4168-A42B-CA68954C151D}" dt="2025-05-26T16:41:44.841" v="56" actId="1076"/>
          <ac:spMkLst>
            <pc:docMk/>
            <pc:sldMk cId="2438974158" sldId="268"/>
            <ac:spMk id="12" creationId="{A97D883D-210A-D63E-8479-0DDF65A7819A}"/>
          </ac:spMkLst>
        </pc:spChg>
        <pc:spChg chg="add mod">
          <ac:chgData name="Jerome Lin" userId="95a85445-80b5-43e4-b05a-0353bad18c2b" providerId="ADAL" clId="{821FA3EB-45D1-4168-A42B-CA68954C151D}" dt="2025-05-26T16:41:44.841" v="56" actId="1076"/>
          <ac:spMkLst>
            <pc:docMk/>
            <pc:sldMk cId="2438974158" sldId="268"/>
            <ac:spMk id="13" creationId="{8C43E678-D283-50CF-07D9-7A143796AF2E}"/>
          </ac:spMkLst>
        </pc:spChg>
        <pc:spChg chg="add mod">
          <ac:chgData name="Jerome Lin" userId="95a85445-80b5-43e4-b05a-0353bad18c2b" providerId="ADAL" clId="{821FA3EB-45D1-4168-A42B-CA68954C151D}" dt="2025-05-26T16:41:44.841" v="56" actId="1076"/>
          <ac:spMkLst>
            <pc:docMk/>
            <pc:sldMk cId="2438974158" sldId="268"/>
            <ac:spMk id="14" creationId="{CB940441-3BCD-7443-C66E-0659A657E11E}"/>
          </ac:spMkLst>
        </pc:spChg>
        <pc:spChg chg="add mod">
          <ac:chgData name="Jerome Lin" userId="95a85445-80b5-43e4-b05a-0353bad18c2b" providerId="ADAL" clId="{821FA3EB-45D1-4168-A42B-CA68954C151D}" dt="2025-05-26T16:41:44.841" v="56" actId="1076"/>
          <ac:spMkLst>
            <pc:docMk/>
            <pc:sldMk cId="2438974158" sldId="268"/>
            <ac:spMk id="15" creationId="{FCCE8F5E-CF68-515F-F77B-02A835D48476}"/>
          </ac:spMkLst>
        </pc:spChg>
        <pc:grpChg chg="mod">
          <ac:chgData name="Jerome Lin" userId="95a85445-80b5-43e4-b05a-0353bad18c2b" providerId="ADAL" clId="{821FA3EB-45D1-4168-A42B-CA68954C151D}" dt="2025-05-26T14:04:24.153" v="11" actId="1076"/>
          <ac:grpSpMkLst>
            <pc:docMk/>
            <pc:sldMk cId="2438974158" sldId="268"/>
            <ac:grpSpMk id="3" creationId="{674B163B-7CD5-3DBF-1DAC-4CC7C2CF116B}"/>
          </ac:grpSpMkLst>
        </pc:grpChg>
        <pc:graphicFrameChg chg="del">
          <ac:chgData name="Jerome Lin" userId="95a85445-80b5-43e4-b05a-0353bad18c2b" providerId="ADAL" clId="{821FA3EB-45D1-4168-A42B-CA68954C151D}" dt="2025-05-26T14:03:31.588" v="6" actId="478"/>
          <ac:graphicFrameMkLst>
            <pc:docMk/>
            <pc:sldMk cId="2438974158" sldId="268"/>
            <ac:graphicFrameMk id="6" creationId="{CC45BCDC-688D-2DE7-0AC0-570A7B1DF38E}"/>
          </ac:graphicFrameMkLst>
        </pc:graphicFrameChg>
        <pc:picChg chg="mod">
          <ac:chgData name="Jerome Lin" userId="95a85445-80b5-43e4-b05a-0353bad18c2b" providerId="ADAL" clId="{821FA3EB-45D1-4168-A42B-CA68954C151D}" dt="2025-05-26T16:40:39.264" v="41" actId="1076"/>
          <ac:picMkLst>
            <pc:docMk/>
            <pc:sldMk cId="2438974158" sldId="268"/>
            <ac:picMk id="2" creationId="{6729DA46-45EF-F8E3-FEDC-8F913383CD4E}"/>
          </ac:picMkLst>
        </pc:picChg>
        <pc:picChg chg="add mod">
          <ac:chgData name="Jerome Lin" userId="95a85445-80b5-43e4-b05a-0353bad18c2b" providerId="ADAL" clId="{821FA3EB-45D1-4168-A42B-CA68954C151D}" dt="2025-05-26T16:41:44.841" v="56" actId="1076"/>
          <ac:picMkLst>
            <pc:docMk/>
            <pc:sldMk cId="2438974158" sldId="268"/>
            <ac:picMk id="6" creationId="{5C667AE7-1891-837F-7393-97676735C462}"/>
          </ac:picMkLst>
        </pc:picChg>
        <pc:picChg chg="add mod">
          <ac:chgData name="Jerome Lin" userId="95a85445-80b5-43e4-b05a-0353bad18c2b" providerId="ADAL" clId="{821FA3EB-45D1-4168-A42B-CA68954C151D}" dt="2025-05-26T16:41:50.264" v="57" actId="1076"/>
          <ac:picMkLst>
            <pc:docMk/>
            <pc:sldMk cId="2438974158" sldId="268"/>
            <ac:picMk id="7" creationId="{33167A33-F0FF-B21C-F895-B0E689B036D6}"/>
          </ac:picMkLst>
        </pc:picChg>
        <pc:picChg chg="add del mod">
          <ac:chgData name="Jerome Lin" userId="95a85445-80b5-43e4-b05a-0353bad18c2b" providerId="ADAL" clId="{821FA3EB-45D1-4168-A42B-CA68954C151D}" dt="2025-05-26T16:39:43.231" v="20" actId="478"/>
          <ac:picMkLst>
            <pc:docMk/>
            <pc:sldMk cId="2438974158" sldId="268"/>
            <ac:picMk id="8" creationId="{A3F5B6FC-9784-8D79-ECA3-EAAC78AC35A3}"/>
          </ac:picMkLst>
        </pc:picChg>
        <pc:picChg chg="add mod">
          <ac:chgData name="Jerome Lin" userId="95a85445-80b5-43e4-b05a-0353bad18c2b" providerId="ADAL" clId="{821FA3EB-45D1-4168-A42B-CA68954C151D}" dt="2025-05-26T16:41:44.841" v="56" actId="1076"/>
          <ac:picMkLst>
            <pc:docMk/>
            <pc:sldMk cId="2438974158" sldId="268"/>
            <ac:picMk id="9" creationId="{93DB685B-DFA8-C6E3-15BA-7382F664D88F}"/>
          </ac:picMkLst>
        </pc:picChg>
        <pc:picChg chg="add mod">
          <ac:chgData name="Jerome Lin" userId="95a85445-80b5-43e4-b05a-0353bad18c2b" providerId="ADAL" clId="{821FA3EB-45D1-4168-A42B-CA68954C151D}" dt="2025-05-26T16:41:44.841" v="56" actId="1076"/>
          <ac:picMkLst>
            <pc:docMk/>
            <pc:sldMk cId="2438974158" sldId="268"/>
            <ac:picMk id="10" creationId="{85DA9191-FEEC-E158-DD44-5D56D0FE5376}"/>
          </ac:picMkLst>
        </pc:picChg>
        <pc:picChg chg="add mod">
          <ac:chgData name="Jerome Lin" userId="95a85445-80b5-43e4-b05a-0353bad18c2b" providerId="ADAL" clId="{821FA3EB-45D1-4168-A42B-CA68954C151D}" dt="2025-05-26T16:41:44.841" v="56" actId="1076"/>
          <ac:picMkLst>
            <pc:docMk/>
            <pc:sldMk cId="2438974158" sldId="268"/>
            <ac:picMk id="11" creationId="{F605B320-D89F-D825-5E20-E55750999AEF}"/>
          </ac:picMkLst>
        </pc:picChg>
      </pc:sldChg>
      <pc:sldChg chg="add">
        <pc:chgData name="Jerome Lin" userId="95a85445-80b5-43e4-b05a-0353bad18c2b" providerId="ADAL" clId="{821FA3EB-45D1-4168-A42B-CA68954C151D}" dt="2025-05-26T16:39:32.261" v="12" actId="2890"/>
        <pc:sldMkLst>
          <pc:docMk/>
          <pc:sldMk cId="1781148664" sldId="269"/>
        </pc:sldMkLst>
      </pc:sldChg>
      <pc:sldChg chg="del">
        <pc:chgData name="Jerome Lin" userId="95a85445-80b5-43e4-b05a-0353bad18c2b" providerId="ADAL" clId="{821FA3EB-45D1-4168-A42B-CA68954C151D}" dt="2025-05-26T14:03:14.432" v="0" actId="47"/>
        <pc:sldMkLst>
          <pc:docMk/>
          <pc:sldMk cId="2222449174" sldId="269"/>
        </pc:sldMkLst>
      </pc:sldChg>
      <pc:sldChg chg="addSp delSp modSp add mod">
        <pc:chgData name="Jerome Lin" userId="95a85445-80b5-43e4-b05a-0353bad18c2b" providerId="ADAL" clId="{821FA3EB-45D1-4168-A42B-CA68954C151D}" dt="2025-05-26T16:43:06.013" v="97" actId="1076"/>
        <pc:sldMkLst>
          <pc:docMk/>
          <pc:sldMk cId="933777256" sldId="270"/>
        </pc:sldMkLst>
        <pc:spChg chg="mod">
          <ac:chgData name="Jerome Lin" userId="95a85445-80b5-43e4-b05a-0353bad18c2b" providerId="ADAL" clId="{821FA3EB-45D1-4168-A42B-CA68954C151D}" dt="2025-05-26T16:42:07.919" v="79" actId="20577"/>
          <ac:spMkLst>
            <pc:docMk/>
            <pc:sldMk cId="933777256" sldId="270"/>
            <ac:spMk id="5" creationId="{B0E828E9-0A0E-8820-D734-CB2FD7E32536}"/>
          </ac:spMkLst>
        </pc:spChg>
        <pc:spChg chg="add del">
          <ac:chgData name="Jerome Lin" userId="95a85445-80b5-43e4-b05a-0353bad18c2b" providerId="ADAL" clId="{821FA3EB-45D1-4168-A42B-CA68954C151D}" dt="2025-05-26T16:42:16.821" v="82" actId="478"/>
          <ac:spMkLst>
            <pc:docMk/>
            <pc:sldMk cId="933777256" sldId="270"/>
            <ac:spMk id="12" creationId="{9A482309-F7F6-4B1B-A597-1E67D529E03C}"/>
          </ac:spMkLst>
        </pc:spChg>
        <pc:spChg chg="add del">
          <ac:chgData name="Jerome Lin" userId="95a85445-80b5-43e4-b05a-0353bad18c2b" providerId="ADAL" clId="{821FA3EB-45D1-4168-A42B-CA68954C151D}" dt="2025-05-26T16:42:16.821" v="82" actId="478"/>
          <ac:spMkLst>
            <pc:docMk/>
            <pc:sldMk cId="933777256" sldId="270"/>
            <ac:spMk id="13" creationId="{FB2300D7-32C0-F3ED-E380-BAD347BDCF7E}"/>
          </ac:spMkLst>
        </pc:spChg>
        <pc:spChg chg="add del">
          <ac:chgData name="Jerome Lin" userId="95a85445-80b5-43e4-b05a-0353bad18c2b" providerId="ADAL" clId="{821FA3EB-45D1-4168-A42B-CA68954C151D}" dt="2025-05-26T16:42:16.821" v="82" actId="478"/>
          <ac:spMkLst>
            <pc:docMk/>
            <pc:sldMk cId="933777256" sldId="270"/>
            <ac:spMk id="14" creationId="{4C400909-0C46-54B2-8649-AA48BC7E132C}"/>
          </ac:spMkLst>
        </pc:spChg>
        <pc:spChg chg="add del">
          <ac:chgData name="Jerome Lin" userId="95a85445-80b5-43e4-b05a-0353bad18c2b" providerId="ADAL" clId="{821FA3EB-45D1-4168-A42B-CA68954C151D}" dt="2025-05-26T16:42:16.821" v="82" actId="478"/>
          <ac:spMkLst>
            <pc:docMk/>
            <pc:sldMk cId="933777256" sldId="270"/>
            <ac:spMk id="15" creationId="{C8E93653-5F51-567C-8B9B-D5C7B1B38CE0}"/>
          </ac:spMkLst>
        </pc:spChg>
        <pc:spChg chg="add mod">
          <ac:chgData name="Jerome Lin" userId="95a85445-80b5-43e4-b05a-0353bad18c2b" providerId="ADAL" clId="{821FA3EB-45D1-4168-A42B-CA68954C151D}" dt="2025-05-26T16:43:06.013" v="97" actId="1076"/>
          <ac:spMkLst>
            <pc:docMk/>
            <pc:sldMk cId="933777256" sldId="270"/>
            <ac:spMk id="16" creationId="{F0D5DC50-1F8D-3289-6574-3F3ED1FDFED1}"/>
          </ac:spMkLst>
        </pc:spChg>
        <pc:picChg chg="add del">
          <ac:chgData name="Jerome Lin" userId="95a85445-80b5-43e4-b05a-0353bad18c2b" providerId="ADAL" clId="{821FA3EB-45D1-4168-A42B-CA68954C151D}" dt="2025-05-26T16:42:14.598" v="81" actId="478"/>
          <ac:picMkLst>
            <pc:docMk/>
            <pc:sldMk cId="933777256" sldId="270"/>
            <ac:picMk id="2" creationId="{0E0973DF-A547-F20F-0AA1-2BABABFDD191}"/>
          </ac:picMkLst>
        </pc:picChg>
        <pc:picChg chg="add del">
          <ac:chgData name="Jerome Lin" userId="95a85445-80b5-43e4-b05a-0353bad18c2b" providerId="ADAL" clId="{821FA3EB-45D1-4168-A42B-CA68954C151D}" dt="2025-05-26T16:42:16.821" v="82" actId="478"/>
          <ac:picMkLst>
            <pc:docMk/>
            <pc:sldMk cId="933777256" sldId="270"/>
            <ac:picMk id="6" creationId="{E7492CC8-DAC9-EC8A-F394-79A9EA636BF8}"/>
          </ac:picMkLst>
        </pc:picChg>
        <pc:picChg chg="add del">
          <ac:chgData name="Jerome Lin" userId="95a85445-80b5-43e4-b05a-0353bad18c2b" providerId="ADAL" clId="{821FA3EB-45D1-4168-A42B-CA68954C151D}" dt="2025-05-26T16:42:16.821" v="82" actId="478"/>
          <ac:picMkLst>
            <pc:docMk/>
            <pc:sldMk cId="933777256" sldId="270"/>
            <ac:picMk id="9" creationId="{97C19C18-824B-B76A-32EB-BA18D2E220EA}"/>
          </ac:picMkLst>
        </pc:picChg>
        <pc:picChg chg="add del">
          <ac:chgData name="Jerome Lin" userId="95a85445-80b5-43e4-b05a-0353bad18c2b" providerId="ADAL" clId="{821FA3EB-45D1-4168-A42B-CA68954C151D}" dt="2025-05-26T16:42:16.821" v="82" actId="478"/>
          <ac:picMkLst>
            <pc:docMk/>
            <pc:sldMk cId="933777256" sldId="270"/>
            <ac:picMk id="10" creationId="{FA3CC029-D6F9-7875-0DD4-5D232F41BBFF}"/>
          </ac:picMkLst>
        </pc:picChg>
        <pc:picChg chg="add del">
          <ac:chgData name="Jerome Lin" userId="95a85445-80b5-43e4-b05a-0353bad18c2b" providerId="ADAL" clId="{821FA3EB-45D1-4168-A42B-CA68954C151D}" dt="2025-05-26T16:42:16.821" v="82" actId="478"/>
          <ac:picMkLst>
            <pc:docMk/>
            <pc:sldMk cId="933777256" sldId="270"/>
            <ac:picMk id="11" creationId="{A2AD2AA6-6F31-F55B-B638-5D292076E8CB}"/>
          </ac:picMkLst>
        </pc:picChg>
      </pc:sldChg>
      <pc:sldChg chg="del">
        <pc:chgData name="Jerome Lin" userId="95a85445-80b5-43e4-b05a-0353bad18c2b" providerId="ADAL" clId="{821FA3EB-45D1-4168-A42B-CA68954C151D}" dt="2025-05-26T14:03:16.310" v="1" actId="47"/>
        <pc:sldMkLst>
          <pc:docMk/>
          <pc:sldMk cId="1868635387" sldId="270"/>
        </pc:sldMkLst>
      </pc:sldChg>
      <pc:sldChg chg="del">
        <pc:chgData name="Jerome Lin" userId="95a85445-80b5-43e4-b05a-0353bad18c2b" providerId="ADAL" clId="{821FA3EB-45D1-4168-A42B-CA68954C151D}" dt="2025-05-26T14:03:17.415" v="2" actId="47"/>
        <pc:sldMkLst>
          <pc:docMk/>
          <pc:sldMk cId="1501308905" sldId="271"/>
        </pc:sldMkLst>
      </pc:sldChg>
      <pc:sldChg chg="del">
        <pc:chgData name="Jerome Lin" userId="95a85445-80b5-43e4-b05a-0353bad18c2b" providerId="ADAL" clId="{821FA3EB-45D1-4168-A42B-CA68954C151D}" dt="2025-05-26T14:03:19.697" v="4" actId="47"/>
        <pc:sldMkLst>
          <pc:docMk/>
          <pc:sldMk cId="3784501386" sldId="272"/>
        </pc:sldMkLst>
      </pc:sldChg>
      <pc:sldChg chg="del">
        <pc:chgData name="Jerome Lin" userId="95a85445-80b5-43e4-b05a-0353bad18c2b" providerId="ADAL" clId="{821FA3EB-45D1-4168-A42B-CA68954C151D}" dt="2025-05-26T14:03:18.796" v="3" actId="47"/>
        <pc:sldMkLst>
          <pc:docMk/>
          <pc:sldMk cId="28272043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8452F-39D4-66A7-041A-F1A635C83B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7C4071-D675-B45D-8840-56FA77EF8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A2435-65D2-0A85-4259-E1A7826B0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67CE-2E89-49DA-A950-D4795968070D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2BA74-7C44-3964-5ABA-C938007D1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10FA6-4BBC-832E-EB4B-5E8479C5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9E49-F833-461B-B2F5-75F634CDCA4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7205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0F2D0-C99F-A031-50E5-A1EDD905B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63644-6855-662D-B891-BA0D55F7D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AF98E-583B-FC67-3FD5-E592CEFC7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67CE-2E89-49DA-A950-D4795968070D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A5EB4-8C1C-02CD-39D2-5192E609F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5E633-B4EF-D00A-7343-8F318DF83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9E49-F833-461B-B2F5-75F634CDCA4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6638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A814E-9447-FCD0-2D7B-8099FABE2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27580-0DC6-4CA0-A0B5-BDAFC8EB6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C2FE3-AA9D-D050-1BF7-038D31FBD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67CE-2E89-49DA-A950-D4795968070D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7BE1C-6F0D-BF3F-EAE8-DF5D66B74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A7FC1-C18B-C9E5-ED4D-E407FD99E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9E49-F833-461B-B2F5-75F634CDCA4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6635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7AC59-94A9-54F4-8780-CDB9E39A5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59897-FDE8-3CED-CCBD-0582547F15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140DC-5B2E-25BD-6558-950A71C07E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A25C22-2F6A-2478-5C8F-47547628D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67CE-2E89-49DA-A950-D4795968070D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F46B9-57DD-2AE0-694E-1DED3FE95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F0E5B-23DB-B0B9-77C4-91F534DCB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9E49-F833-461B-B2F5-75F634CDCA4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1155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92963-63BE-1C0C-5834-AB39F9B0B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DF173-7CE5-F6F5-3A7E-852314D98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80698E-886B-D92E-D3D2-FE7B8E9B4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C22E81-160B-148F-0C8D-A1A3757F39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0F8CD7-82F7-AC0E-40BB-803230A414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9C486C-AE51-8E66-59F1-FD26A984D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67CE-2E89-49DA-A950-D4795968070D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AF52D7-7CBB-5D56-2406-579CACD27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8D088A-707D-4140-C727-D4AA7230F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9E49-F833-461B-B2F5-75F634CDCA4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6769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4D64D-9FFE-C99C-C750-26FA2266E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B4123F-E6E9-229E-F0C4-B2EF1DB4C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67CE-2E89-49DA-A950-D4795968070D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61119F-2545-FD30-1201-8CDEC01B9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D467CE-3927-955C-1A85-2D1C378A8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9E49-F833-461B-B2F5-75F634CDCA4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6836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59340B-01A1-07F9-C040-B1E1D1409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67CE-2E89-49DA-A950-D4795968070D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EC8FE3-0EED-9078-9373-EB91CB815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6A7F9-C383-250D-4065-4209D65BB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9E49-F833-461B-B2F5-75F634CDCA4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4115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5AB69-9713-98C3-83D9-2BCAA9D5B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1244A-888B-F10D-F094-DB03697A0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62A01F-A001-1E28-2C1D-03127F5C9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3FDBCA-28D7-8520-E9FD-161D23F83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67CE-2E89-49DA-A950-D4795968070D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0E9CC3-55ED-9EF1-DE5D-F583A3AE5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EF14B-FDD3-DC5F-23E9-72825A061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9E49-F833-461B-B2F5-75F634CDCA4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2260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E9EAF-6178-2A9F-937B-DEC1D442E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BAC476-E869-97EB-96A6-E6C8868480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DD84A1-84BF-7D06-2C14-201E77EB6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DA82D-DFEA-23F3-C05C-56805FCBE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67CE-2E89-49DA-A950-D4795968070D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8F494F-AFAF-465C-4B60-BE4261F98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95C5A-3362-B2BD-EAC8-492DA4402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9E49-F833-461B-B2F5-75F634CDCA4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5738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17B7F-3D0F-973D-8C51-95583EFB3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A58817-4241-0281-D071-48761B895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CC727-BF4D-0253-8B23-9411E4E14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67CE-2E89-49DA-A950-D4795968070D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E2CFC-CA73-5356-0E1E-AA590576B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27C01-4FF6-6B26-B31A-01454F55E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9E49-F833-461B-B2F5-75F634CDCA4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3949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63AC7A-5555-C864-401B-8B92F30ED8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740DA5-10DE-03FB-BDCF-EFA73A2157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44A33-65BB-ECE8-6414-145E4C976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67CE-2E89-49DA-A950-D4795968070D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5D167-9032-07C8-1454-798389DFC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701AC-939B-8636-4817-9B2CCBAAF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9E49-F833-461B-B2F5-75F634CDCA4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5222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F34CB2-B14F-2DAF-9472-FD6D86F09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59654-E440-6B09-6B37-CCF52EA36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D087A-09C2-B470-955F-89409BC6D1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5167CE-2E89-49DA-A950-D4795968070D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867F5-2F00-E1D8-ABE2-6244A1604B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ADE8C-B9D5-8913-D52F-3BA7D0441B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D69E49-F833-461B-B2F5-75F634CDCA4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4846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5.png"/><Relationship Id="rId7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ream-chasers.odoo.com/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D248D719-23C1-080B-1D62-1CE824BF28A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t="7812" b="7812"/>
          <a:stretch>
            <a:fillRect/>
          </a:stretch>
        </p:blipFill>
        <p:spPr>
          <a:xfrm>
            <a:off x="4" y="0"/>
            <a:ext cx="12191996" cy="685800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8" descr="&#10;">
            <a:extLst>
              <a:ext uri="{FF2B5EF4-FFF2-40B4-BE49-F238E27FC236}">
                <a16:creationId xmlns:a16="http://schemas.microsoft.com/office/drawing/2014/main" id="{B03392FC-6E0F-C446-8CE5-F333CBC9B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365" y="4691172"/>
            <a:ext cx="2892886" cy="155662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47CF913-469F-F812-E1B6-D4CE84091E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628" y="-29756"/>
            <a:ext cx="9358730" cy="1726984"/>
          </a:xfrm>
          <a:prstGeom prst="rect">
            <a:avLst/>
          </a:prstGeom>
        </p:spPr>
      </p:pic>
      <p:pic>
        <p:nvPicPr>
          <p:cNvPr id="5" name="Picture 4" descr="A white star in the dark&#10;&#10;Description automatically generated">
            <a:extLst>
              <a:ext uri="{FF2B5EF4-FFF2-40B4-BE49-F238E27FC236}">
                <a16:creationId xmlns:a16="http://schemas.microsoft.com/office/drawing/2014/main" id="{6F40B0A7-B091-B43A-BAC6-6F8875D69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7805" y="1402296"/>
            <a:ext cx="3048006" cy="3048006"/>
          </a:xfrm>
          <a:prstGeom prst="rect">
            <a:avLst/>
          </a:prstGeom>
        </p:spPr>
      </p:pic>
      <p:sp>
        <p:nvSpPr>
          <p:cNvPr id="8" name="TextBox 9">
            <a:extLst>
              <a:ext uri="{FF2B5EF4-FFF2-40B4-BE49-F238E27FC236}">
                <a16:creationId xmlns:a16="http://schemas.microsoft.com/office/drawing/2014/main" id="{57CA46EE-D6EF-6CA2-B236-11A0A63947B8}"/>
              </a:ext>
            </a:extLst>
          </p:cNvPr>
          <p:cNvSpPr txBox="1"/>
          <p:nvPr/>
        </p:nvSpPr>
        <p:spPr>
          <a:xfrm>
            <a:off x="1809743" y="6488664"/>
            <a:ext cx="857250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Jérôme Lin – </a:t>
            </a:r>
            <a:r>
              <a:rPr lang="fr-FR" sz="1800" b="0" i="0" u="none" strike="noStrike" kern="1200" cap="none" spc="0" baseline="0" err="1">
                <a:solidFill>
                  <a:srgbClr val="000000"/>
                </a:solidFill>
                <a:uFillTx/>
                <a:latin typeface="Aptos Display"/>
              </a:rPr>
              <a:t>Achref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 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Ben Abdallah – Ethan Bruno – Joseph Devin</a:t>
            </a:r>
          </a:p>
        </p:txBody>
      </p:sp>
    </p:spTree>
    <p:extLst>
      <p:ext uri="{BB962C8B-B14F-4D97-AF65-F5344CB8AC3E}">
        <p14:creationId xmlns:p14="http://schemas.microsoft.com/office/powerpoint/2010/main" val="1835351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5187C-7C9C-3C14-1C10-C009ACDBB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6729DA46-45EF-F8E3-FEDC-8F913383CD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t="7812" b="7812"/>
          <a:stretch>
            <a:fillRect/>
          </a:stretch>
        </p:blipFill>
        <p:spPr>
          <a:xfrm>
            <a:off x="4" y="0"/>
            <a:ext cx="12191996" cy="6858000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74B163B-7CD5-3DBF-1DAC-4CC7C2CF116B}"/>
              </a:ext>
            </a:extLst>
          </p:cNvPr>
          <p:cNvGrpSpPr/>
          <p:nvPr/>
        </p:nvGrpSpPr>
        <p:grpSpPr>
          <a:xfrm>
            <a:off x="-9" y="441608"/>
            <a:ext cx="12192000" cy="1306641"/>
            <a:chOff x="0" y="419251"/>
            <a:chExt cx="12192000" cy="130664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AB13BDD-3992-7B82-9518-CD0744BCB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54" r="2382"/>
            <a:stretch/>
          </p:blipFill>
          <p:spPr>
            <a:xfrm>
              <a:off x="0" y="419251"/>
              <a:ext cx="12192000" cy="1306641"/>
            </a:xfrm>
            <a:prstGeom prst="rect">
              <a:avLst/>
            </a:prstGeom>
            <a:effectLst>
              <a:glow>
                <a:schemeClr val="accent1"/>
              </a:glow>
            </a:effec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5A80864-865D-77DB-F7BB-0E93388F75A8}"/>
                </a:ext>
              </a:extLst>
            </p:cNvPr>
            <p:cNvSpPr txBox="1"/>
            <p:nvPr/>
          </p:nvSpPr>
          <p:spPr>
            <a:xfrm>
              <a:off x="0" y="657072"/>
              <a:ext cx="12192000" cy="830997"/>
            </a:xfrm>
            <a:prstGeom prst="rect">
              <a:avLst/>
            </a:prstGeom>
            <a:noFill/>
            <a:effectLst>
              <a:glow>
                <a:schemeClr val="bg1"/>
              </a:glow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effectLst>
                    <a:glow rad="114300">
                      <a:schemeClr val="tx1">
                        <a:alpha val="40000"/>
                      </a:schemeClr>
                    </a:glow>
                  </a:effectLst>
                </a:rPr>
                <a:t>Members</a:t>
              </a:r>
              <a:endParaRPr lang="fr-FR" sz="4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glow rad="114300">
                    <a:schemeClr val="tx1">
                      <a:alpha val="40000"/>
                    </a:schemeClr>
                  </a:glow>
                </a:effectLst>
              </a:endParaRPr>
            </a:p>
          </p:txBody>
        </p:sp>
      </p:grpSp>
      <p:pic>
        <p:nvPicPr>
          <p:cNvPr id="7" name="Picture 8" descr="&#10;">
            <a:extLst>
              <a:ext uri="{FF2B5EF4-FFF2-40B4-BE49-F238E27FC236}">
                <a16:creationId xmlns:a16="http://schemas.microsoft.com/office/drawing/2014/main" id="{33167A33-F0FF-B21C-F895-B0E689B036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3989" y="5928714"/>
            <a:ext cx="1284004" cy="69090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Picture 5" descr="https://s3.cri.epita.fr/cri-intranet-photos/students/ethan.bruno_3bf2e2b9-0a29-4d20-9396-f818440ef375.jpg?AWSAccessKeyId=N4YR5H00UMSF0YOBKOHJ&amp;Signature=z8Lnjh4t%2Baqz2CXrvb1%2BZXnVVUQ%3D&amp;Expires=1733924621">
            <a:extLst>
              <a:ext uri="{FF2B5EF4-FFF2-40B4-BE49-F238E27FC236}">
                <a16:creationId xmlns:a16="http://schemas.microsoft.com/office/drawing/2014/main" id="{5C667AE7-1891-837F-7393-97676735C4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1965" y="2534634"/>
            <a:ext cx="1555584" cy="2298033"/>
          </a:xfrm>
          <a:prstGeom prst="rect">
            <a:avLst/>
          </a:prstGeom>
        </p:spPr>
      </p:pic>
      <p:pic>
        <p:nvPicPr>
          <p:cNvPr id="9" name="Picture 8" descr="https://s3.cri.epita.fr/cri-intranet-photos/students/jerome.lin_fd0f0d18-3096-44e7-b5e3-c39e11c63261.jpg?AWSAccessKeyId=N4YR5H00UMSF0YOBKOHJ&amp;Signature=q0N0VeL5%2BCgJJAHhxQUSYwAIBPg%3D&amp;Expires=1733924695">
            <a:extLst>
              <a:ext uri="{FF2B5EF4-FFF2-40B4-BE49-F238E27FC236}">
                <a16:creationId xmlns:a16="http://schemas.microsoft.com/office/drawing/2014/main" id="{93DB685B-DFA8-C6E3-15BA-7382F664D8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6975" y="2534633"/>
            <a:ext cx="1525504" cy="2298032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85DA9191-FEEC-E158-DD44-5D56D0FE5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039" y="2534634"/>
            <a:ext cx="1532023" cy="2298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https://s3.cri.epita.fr/cri-intranet-photos/students/joseph.devin_25f8701f-1095-4f23-9847-007fc86fb930.jpg?AWSAccessKeyId=N4YR5H00UMSF0YOBKOHJ&amp;Signature=9yKjtvacENg0Z%2BJNu6rbDHo7xAs%3D&amp;Expires=1733926446">
            <a:extLst>
              <a:ext uri="{FF2B5EF4-FFF2-40B4-BE49-F238E27FC236}">
                <a16:creationId xmlns:a16="http://schemas.microsoft.com/office/drawing/2014/main" id="{F605B320-D89F-D825-5E20-E55750999A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4452" y="2534634"/>
            <a:ext cx="1525620" cy="22980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97D883D-210A-D63E-8479-0DDF65A7819A}"/>
              </a:ext>
            </a:extLst>
          </p:cNvPr>
          <p:cNvSpPr txBox="1"/>
          <p:nvPr/>
        </p:nvSpPr>
        <p:spPr>
          <a:xfrm>
            <a:off x="8696975" y="2068416"/>
            <a:ext cx="152550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" sz="2400" b="1" dirty="0">
                <a:latin typeface="Aptos"/>
              </a:rPr>
              <a:t>Jérôme</a:t>
            </a:r>
            <a:endParaRPr lang="en-US" sz="2400" b="1" dirty="0">
              <a:latin typeface="Apto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43E678-D283-50CF-07D9-7A143796AF2E}"/>
              </a:ext>
            </a:extLst>
          </p:cNvPr>
          <p:cNvSpPr txBox="1"/>
          <p:nvPr/>
        </p:nvSpPr>
        <p:spPr>
          <a:xfrm>
            <a:off x="1933039" y="2068417"/>
            <a:ext cx="153202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" sz="2400" b="1" dirty="0">
                <a:latin typeface="Aptos"/>
              </a:rPr>
              <a:t>Achref</a:t>
            </a:r>
            <a:endParaRPr lang="en-US" sz="2400" b="1" dirty="0">
              <a:latin typeface="Aptos"/>
            </a:endParaRP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CB940441-3BCD-7443-C66E-0659A657E11E}"/>
              </a:ext>
            </a:extLst>
          </p:cNvPr>
          <p:cNvSpPr txBox="1"/>
          <p:nvPr/>
        </p:nvSpPr>
        <p:spPr>
          <a:xfrm>
            <a:off x="4181966" y="2068418"/>
            <a:ext cx="1555583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" sz="2400" b="1" dirty="0">
                <a:latin typeface="Aptos"/>
              </a:rPr>
              <a:t>Ethan</a:t>
            </a:r>
            <a:endParaRPr lang="en-US" sz="2400" b="1" dirty="0"/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FCCE8F5E-CF68-515F-F77B-02A835D48476}"/>
              </a:ext>
            </a:extLst>
          </p:cNvPr>
          <p:cNvSpPr txBox="1"/>
          <p:nvPr/>
        </p:nvSpPr>
        <p:spPr>
          <a:xfrm>
            <a:off x="6454449" y="2068416"/>
            <a:ext cx="1525504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" sz="2400" b="1" dirty="0">
                <a:latin typeface="Aptos"/>
              </a:rPr>
              <a:t>Joseph</a:t>
            </a:r>
            <a:endParaRPr lang="en-US" sz="2400" b="1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438974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3B275-DAAA-3E5E-3642-AF8CEFAA3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0E0973DF-A547-F20F-0AA1-2BABABFDD1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t="7812" b="7812"/>
          <a:stretch>
            <a:fillRect/>
          </a:stretch>
        </p:blipFill>
        <p:spPr>
          <a:xfrm>
            <a:off x="4" y="0"/>
            <a:ext cx="12191996" cy="6858000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D0BA45A-7BD5-5E0D-A670-376D5AB21CA4}"/>
              </a:ext>
            </a:extLst>
          </p:cNvPr>
          <p:cNvGrpSpPr/>
          <p:nvPr/>
        </p:nvGrpSpPr>
        <p:grpSpPr>
          <a:xfrm>
            <a:off x="-9" y="441608"/>
            <a:ext cx="12192000" cy="1306641"/>
            <a:chOff x="0" y="419251"/>
            <a:chExt cx="12192000" cy="130664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AAC00C3-457A-2B85-B41F-C1AC386FCD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54" r="2382"/>
            <a:stretch/>
          </p:blipFill>
          <p:spPr>
            <a:xfrm>
              <a:off x="0" y="419251"/>
              <a:ext cx="12192000" cy="1306641"/>
            </a:xfrm>
            <a:prstGeom prst="rect">
              <a:avLst/>
            </a:prstGeom>
            <a:effectLst>
              <a:glow>
                <a:schemeClr val="accent1"/>
              </a:glow>
            </a:effec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0E828E9-0A0E-8820-D734-CB2FD7E32536}"/>
                </a:ext>
              </a:extLst>
            </p:cNvPr>
            <p:cNvSpPr txBox="1"/>
            <p:nvPr/>
          </p:nvSpPr>
          <p:spPr>
            <a:xfrm>
              <a:off x="0" y="657072"/>
              <a:ext cx="12192000" cy="830997"/>
            </a:xfrm>
            <a:prstGeom prst="rect">
              <a:avLst/>
            </a:prstGeom>
            <a:noFill/>
            <a:effectLst>
              <a:glow>
                <a:schemeClr val="bg1"/>
              </a:glow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effectLst>
                    <a:glow rad="114300">
                      <a:schemeClr val="tx1">
                        <a:alpha val="40000"/>
                      </a:schemeClr>
                    </a:glow>
                  </a:effectLst>
                </a:rPr>
                <a:t>Website</a:t>
              </a:r>
              <a:endParaRPr lang="fr-FR" sz="4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glow rad="114300">
                    <a:schemeClr val="tx1">
                      <a:alpha val="40000"/>
                    </a:schemeClr>
                  </a:glow>
                </a:effectLst>
              </a:endParaRPr>
            </a:p>
          </p:txBody>
        </p:sp>
      </p:grpSp>
      <p:pic>
        <p:nvPicPr>
          <p:cNvPr id="7" name="Picture 8" descr="&#10;">
            <a:extLst>
              <a:ext uri="{FF2B5EF4-FFF2-40B4-BE49-F238E27FC236}">
                <a16:creationId xmlns:a16="http://schemas.microsoft.com/office/drawing/2014/main" id="{D1986635-F8F6-0F00-4337-1DD7CCAED6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3989" y="5928714"/>
            <a:ext cx="1284004" cy="69090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0D5DC50-1F8D-3289-6574-3F3ED1FDFED1}"/>
              </a:ext>
            </a:extLst>
          </p:cNvPr>
          <p:cNvSpPr txBox="1"/>
          <p:nvPr/>
        </p:nvSpPr>
        <p:spPr>
          <a:xfrm>
            <a:off x="3016749" y="3167390"/>
            <a:ext cx="61584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dirty="0">
                <a:hlinkClick r:id="rId5"/>
              </a:rPr>
              <a:t>https://dream-chasers.odoo.com</a:t>
            </a:r>
            <a:r>
              <a:rPr lang="fr-FR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3777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9E3BF-943D-63BE-6CAB-93A3EE027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C665A3E8-4478-E83B-9C7A-6059D96BDA0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t="7812" b="7812"/>
          <a:stretch>
            <a:fillRect/>
          </a:stretch>
        </p:blipFill>
        <p:spPr>
          <a:xfrm>
            <a:off x="4" y="0"/>
            <a:ext cx="12191996" cy="6858000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4FB1962-8FCD-D2DE-8702-F94F4E9CEF82}"/>
              </a:ext>
            </a:extLst>
          </p:cNvPr>
          <p:cNvGrpSpPr/>
          <p:nvPr/>
        </p:nvGrpSpPr>
        <p:grpSpPr>
          <a:xfrm>
            <a:off x="-9" y="441608"/>
            <a:ext cx="12192000" cy="1306641"/>
            <a:chOff x="0" y="419251"/>
            <a:chExt cx="12192000" cy="130664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88331A8-C737-D02F-84E8-A4611336E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54" r="2382"/>
            <a:stretch/>
          </p:blipFill>
          <p:spPr>
            <a:xfrm>
              <a:off x="0" y="419251"/>
              <a:ext cx="12192000" cy="1306641"/>
            </a:xfrm>
            <a:prstGeom prst="rect">
              <a:avLst/>
            </a:prstGeom>
            <a:effectLst>
              <a:glow>
                <a:schemeClr val="accent1"/>
              </a:glow>
            </a:effec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28CCF33-F2A7-25BD-9749-3F26B754FBC8}"/>
                </a:ext>
              </a:extLst>
            </p:cNvPr>
            <p:cNvSpPr txBox="1"/>
            <p:nvPr/>
          </p:nvSpPr>
          <p:spPr>
            <a:xfrm>
              <a:off x="0" y="657072"/>
              <a:ext cx="12192000" cy="830997"/>
            </a:xfrm>
            <a:prstGeom prst="rect">
              <a:avLst/>
            </a:prstGeom>
            <a:noFill/>
            <a:effectLst>
              <a:glow>
                <a:schemeClr val="bg1"/>
              </a:glow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b="1">
                  <a:solidFill>
                    <a:schemeClr val="accent1">
                      <a:lumMod val="60000"/>
                      <a:lumOff val="40000"/>
                    </a:schemeClr>
                  </a:solidFill>
                  <a:effectLst>
                    <a:glow rad="114300">
                      <a:schemeClr val="tx1">
                        <a:alpha val="40000"/>
                      </a:schemeClr>
                    </a:glow>
                  </a:effectLst>
                </a:rPr>
                <a:t>Conclusion</a:t>
              </a:r>
              <a:endParaRPr lang="fr-FR" sz="4800" b="1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glow rad="114300">
                    <a:schemeClr val="tx1">
                      <a:alpha val="40000"/>
                    </a:schemeClr>
                  </a:glow>
                </a:effectLst>
              </a:endParaRPr>
            </a:p>
          </p:txBody>
        </p:sp>
      </p:grpSp>
      <p:pic>
        <p:nvPicPr>
          <p:cNvPr id="7" name="Picture 8" descr="&#10;">
            <a:extLst>
              <a:ext uri="{FF2B5EF4-FFF2-40B4-BE49-F238E27FC236}">
                <a16:creationId xmlns:a16="http://schemas.microsoft.com/office/drawing/2014/main" id="{2573986C-CBFE-98FB-E85D-683ED9E6BD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1981" y="5248652"/>
            <a:ext cx="2568023" cy="138181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7" descr="A white star in the dark&#10;&#10;Description automatically generated">
            <a:extLst>
              <a:ext uri="{FF2B5EF4-FFF2-40B4-BE49-F238E27FC236}">
                <a16:creationId xmlns:a16="http://schemas.microsoft.com/office/drawing/2014/main" id="{708D5958-544F-0E23-159B-AE4EE999DC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9555" y="1748249"/>
            <a:ext cx="3272873" cy="327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148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26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Jerome Lin</dc:creator>
  <cp:lastModifiedBy>Jerome Lin</cp:lastModifiedBy>
  <cp:revision>53</cp:revision>
  <dcterms:created xsi:type="dcterms:W3CDTF">2025-03-09T14:48:05Z</dcterms:created>
  <dcterms:modified xsi:type="dcterms:W3CDTF">2025-05-26T16:43:06Z</dcterms:modified>
</cp:coreProperties>
</file>