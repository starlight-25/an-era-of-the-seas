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9" r:id="rId3"/>
    <p:sldId id="270" r:id="rId4"/>
    <p:sldId id="271" r:id="rId5"/>
    <p:sldId id="273" r:id="rId6"/>
    <p:sldId id="272" r:id="rId7"/>
    <p:sldId id="266" r:id="rId8"/>
    <p:sldId id="268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05950-AF71-4CEF-B6A6-90A009DC151D}" v="20" dt="2025-03-10T20:30:58.174"/>
    <p1510:client id="{B5F343DD-2DDA-34D5-42BB-F70A4C7B5354}" v="21" dt="2025-03-10T09:12:20.822"/>
    <p1510:client id="{B9A06B13-3A28-024C-FD6C-9594BF19879E}" v="4" dt="2025-03-10T09:32:22.064"/>
    <p1510:client id="{CB3FA917-6D1E-4B47-8B9D-CD6262EA63B4}" v="133" dt="2025-03-11T09:39:19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han Bruno" userId="S::ethan.bruno@epita.fr::1e0793a3-a72c-47ca-b8a4-907657cd9d92" providerId="AD" clId="Web-{CB3FA917-6D1E-4B47-8B9D-CD6262EA63B4}"/>
    <pc:docChg chg="addSld delSld modSld sldOrd">
      <pc:chgData name="Ethan Bruno" userId="S::ethan.bruno@epita.fr::1e0793a3-a72c-47ca-b8a4-907657cd9d92" providerId="AD" clId="Web-{CB3FA917-6D1E-4B47-8B9D-CD6262EA63B4}" dt="2025-03-11T09:39:19.309" v="88" actId="14100"/>
      <pc:docMkLst>
        <pc:docMk/>
      </pc:docMkLst>
      <pc:sldChg chg="addSp delSp modSp add ord replId">
        <pc:chgData name="Ethan Bruno" userId="S::ethan.bruno@epita.fr::1e0793a3-a72c-47ca-b8a4-907657cd9d92" providerId="AD" clId="Web-{CB3FA917-6D1E-4B47-8B9D-CD6262EA63B4}" dt="2025-03-11T09:36:30.604" v="83" actId="1076"/>
        <pc:sldMkLst>
          <pc:docMk/>
          <pc:sldMk cId="1501308905" sldId="271"/>
        </pc:sldMkLst>
        <pc:spChg chg="mod">
          <ac:chgData name="Ethan Bruno" userId="S::ethan.bruno@epita.fr::1e0793a3-a72c-47ca-b8a4-907657cd9d92" providerId="AD" clId="Web-{CB3FA917-6D1E-4B47-8B9D-CD6262EA63B4}" dt="2025-03-11T09:31:06.975" v="57" actId="20577"/>
          <ac:spMkLst>
            <pc:docMk/>
            <pc:sldMk cId="1501308905" sldId="271"/>
            <ac:spMk id="5" creationId="{4708E550-04CA-9A08-D939-28E243C2D672}"/>
          </ac:spMkLst>
        </pc:spChg>
        <pc:graphicFrameChg chg="del">
          <ac:chgData name="Ethan Bruno" userId="S::ethan.bruno@epita.fr::1e0793a3-a72c-47ca-b8a4-907657cd9d92" providerId="AD" clId="Web-{CB3FA917-6D1E-4B47-8B9D-CD6262EA63B4}" dt="2025-03-11T09:01:57.473" v="9"/>
          <ac:graphicFrameMkLst>
            <pc:docMk/>
            <pc:sldMk cId="1501308905" sldId="271"/>
            <ac:graphicFrameMk id="9" creationId="{32A119D6-C6A8-01EB-2922-C3D631EE2BC7}"/>
          </ac:graphicFrameMkLst>
        </pc:graphicFrameChg>
        <pc:picChg chg="add del mod">
          <ac:chgData name="Ethan Bruno" userId="S::ethan.bruno@epita.fr::1e0793a3-a72c-47ca-b8a4-907657cd9d92" providerId="AD" clId="Web-{CB3FA917-6D1E-4B47-8B9D-CD6262EA63B4}" dt="2025-03-11T09:32:21.976" v="58"/>
          <ac:picMkLst>
            <pc:docMk/>
            <pc:sldMk cId="1501308905" sldId="271"/>
            <ac:picMk id="6" creationId="{BB3C21E6-F6C3-A256-D5D3-A0F3EC383301}"/>
          </ac:picMkLst>
        </pc:picChg>
        <pc:picChg chg="add mod">
          <ac:chgData name="Ethan Bruno" userId="S::ethan.bruno@epita.fr::1e0793a3-a72c-47ca-b8a4-907657cd9d92" providerId="AD" clId="Web-{CB3FA917-6D1E-4B47-8B9D-CD6262EA63B4}" dt="2025-03-11T09:35:23.416" v="79" actId="1076"/>
          <ac:picMkLst>
            <pc:docMk/>
            <pc:sldMk cId="1501308905" sldId="271"/>
            <ac:picMk id="7" creationId="{28CA57A6-A82E-F392-1CAE-BF24C519CF21}"/>
          </ac:picMkLst>
        </pc:picChg>
        <pc:picChg chg="add mod modCrop">
          <ac:chgData name="Ethan Bruno" userId="S::ethan.bruno@epita.fr::1e0793a3-a72c-47ca-b8a4-907657cd9d92" providerId="AD" clId="Web-{CB3FA917-6D1E-4B47-8B9D-CD6262EA63B4}" dt="2025-03-11T09:35:20.353" v="78" actId="1076"/>
          <ac:picMkLst>
            <pc:docMk/>
            <pc:sldMk cId="1501308905" sldId="271"/>
            <ac:picMk id="8" creationId="{ED5B22C0-EC4A-DE29-70E2-DE3CF3CFFB59}"/>
          </ac:picMkLst>
        </pc:picChg>
        <pc:picChg chg="add mod">
          <ac:chgData name="Ethan Bruno" userId="S::ethan.bruno@epita.fr::1e0793a3-a72c-47ca-b8a4-907657cd9d92" providerId="AD" clId="Web-{CB3FA917-6D1E-4B47-8B9D-CD6262EA63B4}" dt="2025-03-11T09:36:30.604" v="83" actId="1076"/>
          <ac:picMkLst>
            <pc:docMk/>
            <pc:sldMk cId="1501308905" sldId="271"/>
            <ac:picMk id="10" creationId="{F038C76B-9D14-0A56-B5AA-03177DDA5D3E}"/>
          </ac:picMkLst>
        </pc:picChg>
      </pc:sldChg>
      <pc:sldChg chg="new del">
        <pc:chgData name="Ethan Bruno" userId="S::ethan.bruno@epita.fr::1e0793a3-a72c-47ca-b8a4-907657cd9d92" providerId="AD" clId="Web-{CB3FA917-6D1E-4B47-8B9D-CD6262EA63B4}" dt="2025-03-11T09:01:32.285" v="1"/>
        <pc:sldMkLst>
          <pc:docMk/>
          <pc:sldMk cId="3691707753" sldId="271"/>
        </pc:sldMkLst>
      </pc:sldChg>
      <pc:sldChg chg="addSp delSp modSp add replId">
        <pc:chgData name="Ethan Bruno" userId="S::ethan.bruno@epita.fr::1e0793a3-a72c-47ca-b8a4-907657cd9d92" providerId="AD" clId="Web-{CB3FA917-6D1E-4B47-8B9D-CD6262EA63B4}" dt="2025-03-11T09:39:19.309" v="88" actId="14100"/>
        <pc:sldMkLst>
          <pc:docMk/>
          <pc:sldMk cId="3784501386" sldId="272"/>
        </pc:sldMkLst>
        <pc:spChg chg="mod">
          <ac:chgData name="Ethan Bruno" userId="S::ethan.bruno@epita.fr::1e0793a3-a72c-47ca-b8a4-907657cd9d92" providerId="AD" clId="Web-{CB3FA917-6D1E-4B47-8B9D-CD6262EA63B4}" dt="2025-03-11T09:23:11.283" v="37" actId="20577"/>
          <ac:spMkLst>
            <pc:docMk/>
            <pc:sldMk cId="3784501386" sldId="272"/>
            <ac:spMk id="5" creationId="{EEB40470-AC3C-B629-5B6A-F8AFC5FAE235}"/>
          </ac:spMkLst>
        </pc:spChg>
        <pc:picChg chg="del">
          <ac:chgData name="Ethan Bruno" userId="S::ethan.bruno@epita.fr::1e0793a3-a72c-47ca-b8a4-907657cd9d92" providerId="AD" clId="Web-{CB3FA917-6D1E-4B47-8B9D-CD6262EA63B4}" dt="2025-03-11T09:23:12.939" v="38"/>
          <ac:picMkLst>
            <pc:docMk/>
            <pc:sldMk cId="3784501386" sldId="272"/>
            <ac:picMk id="6" creationId="{EE4E830E-C02C-AA1E-5669-4D25835FB4A4}"/>
          </ac:picMkLst>
        </pc:picChg>
        <pc:picChg chg="add mod">
          <ac:chgData name="Ethan Bruno" userId="S::ethan.bruno@epita.fr::1e0793a3-a72c-47ca-b8a4-907657cd9d92" providerId="AD" clId="Web-{CB3FA917-6D1E-4B47-8B9D-CD6262EA63B4}" dt="2025-03-11T09:39:19.309" v="88" actId="14100"/>
          <ac:picMkLst>
            <pc:docMk/>
            <pc:sldMk cId="3784501386" sldId="272"/>
            <ac:picMk id="7" creationId="{C69E7564-37CB-9CA3-10EB-B727EDC12599}"/>
          </ac:picMkLst>
        </pc:picChg>
        <pc:picChg chg="add mod">
          <ac:chgData name="Ethan Bruno" userId="S::ethan.bruno@epita.fr::1e0793a3-a72c-47ca-b8a4-907657cd9d92" providerId="AD" clId="Web-{CB3FA917-6D1E-4B47-8B9D-CD6262EA63B4}" dt="2025-03-11T09:30:01.272" v="48" actId="1076"/>
          <ac:picMkLst>
            <pc:docMk/>
            <pc:sldMk cId="3784501386" sldId="272"/>
            <ac:picMk id="8" creationId="{855DA6AF-336B-6787-F715-23DB192C1AC4}"/>
          </ac:picMkLst>
        </pc:picChg>
      </pc:sldChg>
      <pc:sldChg chg="modSp add replId">
        <pc:chgData name="Ethan Bruno" userId="S::ethan.bruno@epita.fr::1e0793a3-a72c-47ca-b8a4-907657cd9d92" providerId="AD" clId="Web-{CB3FA917-6D1E-4B47-8B9D-CD6262EA63B4}" dt="2025-03-11T09:39:01.043" v="87" actId="1076"/>
        <pc:sldMkLst>
          <pc:docMk/>
          <pc:sldMk cId="28272043" sldId="273"/>
        </pc:sldMkLst>
        <pc:picChg chg="mod">
          <ac:chgData name="Ethan Bruno" userId="S::ethan.bruno@epita.fr::1e0793a3-a72c-47ca-b8a4-907657cd9d92" providerId="AD" clId="Web-{CB3FA917-6D1E-4B47-8B9D-CD6262EA63B4}" dt="2025-03-11T09:39:01.043" v="87" actId="1076"/>
          <ac:picMkLst>
            <pc:docMk/>
            <pc:sldMk cId="28272043" sldId="273"/>
            <ac:picMk id="6" creationId="{EEA04759-27E0-F15D-B7E9-DC008086B6B0}"/>
          </ac:picMkLst>
        </pc:picChg>
      </pc:sldChg>
    </pc:docChg>
  </pc:docChgLst>
  <pc:docChgLst>
    <pc:chgData name="Joseph Devin" userId="S::joseph.devin@epita.fr::169bab14-c98c-480a-8d15-21c4960385f3" providerId="AD" clId="Web-{B9A06B13-3A28-024C-FD6C-9594BF19879E}"/>
    <pc:docChg chg="modSld">
      <pc:chgData name="Joseph Devin" userId="S::joseph.devin@epita.fr::169bab14-c98c-480a-8d15-21c4960385f3" providerId="AD" clId="Web-{B9A06B13-3A28-024C-FD6C-9594BF19879E}" dt="2025-03-10T09:32:22.064" v="3" actId="1076"/>
      <pc:docMkLst>
        <pc:docMk/>
      </pc:docMkLst>
      <pc:sldChg chg="addSp modSp addAnim">
        <pc:chgData name="Joseph Devin" userId="S::joseph.devin@epita.fr::169bab14-c98c-480a-8d15-21c4960385f3" providerId="AD" clId="Web-{B9A06B13-3A28-024C-FD6C-9594BF19879E}" dt="2025-03-10T09:32:22.064" v="3" actId="1076"/>
        <pc:sldMkLst>
          <pc:docMk/>
          <pc:sldMk cId="2004968674" sldId="266"/>
        </pc:sldMkLst>
        <pc:picChg chg="add mod">
          <ac:chgData name="Joseph Devin" userId="S::joseph.devin@epita.fr::169bab14-c98c-480a-8d15-21c4960385f3" providerId="AD" clId="Web-{B9A06B13-3A28-024C-FD6C-9594BF19879E}" dt="2025-03-10T09:32:22.064" v="3" actId="1076"/>
          <ac:picMkLst>
            <pc:docMk/>
            <pc:sldMk cId="2004968674" sldId="266"/>
            <ac:picMk id="3" creationId="{6DBF053E-7E8D-65E4-2F1E-8207B0448D71}"/>
          </ac:picMkLst>
        </pc:picChg>
      </pc:sldChg>
    </pc:docChg>
  </pc:docChgLst>
  <pc:docChgLst>
    <pc:chgData name="Jerome Lin" userId="95a85445-80b5-43e4-b05a-0353bad18c2b" providerId="ADAL" clId="{06605950-AF71-4CEF-B6A6-90A009DC151D}"/>
    <pc:docChg chg="undo custSel addSld modSld sldOrd">
      <pc:chgData name="Jerome Lin" userId="95a85445-80b5-43e4-b05a-0353bad18c2b" providerId="ADAL" clId="{06605950-AF71-4CEF-B6A6-90A009DC151D}" dt="2025-03-10T20:30:58.173" v="76"/>
      <pc:docMkLst>
        <pc:docMk/>
      </pc:docMkLst>
      <pc:sldChg chg="delSp modSp mod modAnim">
        <pc:chgData name="Jerome Lin" userId="95a85445-80b5-43e4-b05a-0353bad18c2b" providerId="ADAL" clId="{06605950-AF71-4CEF-B6A6-90A009DC151D}" dt="2025-03-10T20:30:58.173" v="76"/>
        <pc:sldMkLst>
          <pc:docMk/>
          <pc:sldMk cId="2004968674" sldId="266"/>
        </pc:sldMkLst>
        <pc:picChg chg="mod">
          <ac:chgData name="Jerome Lin" userId="95a85445-80b5-43e4-b05a-0353bad18c2b" providerId="ADAL" clId="{06605950-AF71-4CEF-B6A6-90A009DC151D}" dt="2025-03-10T20:30:43.787" v="74" actId="1076"/>
          <ac:picMkLst>
            <pc:docMk/>
            <pc:sldMk cId="2004968674" sldId="266"/>
            <ac:picMk id="3" creationId="{6DBF053E-7E8D-65E4-2F1E-8207B0448D71}"/>
          </ac:picMkLst>
        </pc:picChg>
        <pc:picChg chg="del mod">
          <ac:chgData name="Jerome Lin" userId="95a85445-80b5-43e4-b05a-0353bad18c2b" providerId="ADAL" clId="{06605950-AF71-4CEF-B6A6-90A009DC151D}" dt="2025-03-10T20:30:32.171" v="73" actId="478"/>
          <ac:picMkLst>
            <pc:docMk/>
            <pc:sldMk cId="2004968674" sldId="266"/>
            <ac:picMk id="4" creationId="{51DAFEB9-2DC6-0299-7F22-344206A742DC}"/>
          </ac:picMkLst>
        </pc:picChg>
      </pc:sldChg>
      <pc:sldChg chg="modSp mod">
        <pc:chgData name="Jerome Lin" userId="95a85445-80b5-43e4-b05a-0353bad18c2b" providerId="ADAL" clId="{06605950-AF71-4CEF-B6A6-90A009DC151D}" dt="2025-03-09T18:16:57.521" v="41" actId="20577"/>
        <pc:sldMkLst>
          <pc:docMk/>
          <pc:sldMk cId="2438974158" sldId="268"/>
        </pc:sldMkLst>
        <pc:graphicFrameChg chg="mod modGraphic">
          <ac:chgData name="Jerome Lin" userId="95a85445-80b5-43e4-b05a-0353bad18c2b" providerId="ADAL" clId="{06605950-AF71-4CEF-B6A6-90A009DC151D}" dt="2025-03-09T18:16:57.521" v="41" actId="20577"/>
          <ac:graphicFrameMkLst>
            <pc:docMk/>
            <pc:sldMk cId="2438974158" sldId="268"/>
            <ac:graphicFrameMk id="6" creationId="{CC45BCDC-688D-2DE7-0AC0-570A7B1DF38E}"/>
          </ac:graphicFrameMkLst>
        </pc:graphicFrameChg>
      </pc:sldChg>
      <pc:sldChg chg="addSp delSp modSp mod">
        <pc:chgData name="Jerome Lin" userId="95a85445-80b5-43e4-b05a-0353bad18c2b" providerId="ADAL" clId="{06605950-AF71-4CEF-B6A6-90A009DC151D}" dt="2025-03-09T15:06:34.107" v="23" actId="113"/>
        <pc:sldMkLst>
          <pc:docMk/>
          <pc:sldMk cId="2222449174" sldId="269"/>
        </pc:sldMkLst>
        <pc:graphicFrameChg chg="add mod modGraphic">
          <ac:chgData name="Jerome Lin" userId="95a85445-80b5-43e4-b05a-0353bad18c2b" providerId="ADAL" clId="{06605950-AF71-4CEF-B6A6-90A009DC151D}" dt="2025-03-09T15:04:44.354" v="7" actId="14100"/>
          <ac:graphicFrameMkLst>
            <pc:docMk/>
            <pc:sldMk cId="2222449174" sldId="269"/>
            <ac:graphicFrameMk id="8" creationId="{3C8FE965-84DB-8D43-FA64-66EF293653EA}"/>
          </ac:graphicFrameMkLst>
        </pc:graphicFrameChg>
        <pc:graphicFrameChg chg="add mod modGraphic">
          <ac:chgData name="Jerome Lin" userId="95a85445-80b5-43e4-b05a-0353bad18c2b" providerId="ADAL" clId="{06605950-AF71-4CEF-B6A6-90A009DC151D}" dt="2025-03-09T15:06:34.107" v="23" actId="113"/>
          <ac:graphicFrameMkLst>
            <pc:docMk/>
            <pc:sldMk cId="2222449174" sldId="269"/>
            <ac:graphicFrameMk id="9" creationId="{67B3656B-2F54-08EC-6D10-4BF09FCD5851}"/>
          </ac:graphicFrameMkLst>
        </pc:graphicFrameChg>
        <pc:picChg chg="add del mod">
          <ac:chgData name="Jerome Lin" userId="95a85445-80b5-43e4-b05a-0353bad18c2b" providerId="ADAL" clId="{06605950-AF71-4CEF-B6A6-90A009DC151D}" dt="2025-03-09T15:04:35.686" v="2" actId="478"/>
          <ac:picMkLst>
            <pc:docMk/>
            <pc:sldMk cId="2222449174" sldId="269"/>
            <ac:picMk id="7" creationId="{767CEBCB-1FA2-2A73-6B83-448439A60423}"/>
          </ac:picMkLst>
        </pc:picChg>
      </pc:sldChg>
      <pc:sldChg chg="addSp modSp add mod ord">
        <pc:chgData name="Jerome Lin" userId="95a85445-80b5-43e4-b05a-0353bad18c2b" providerId="ADAL" clId="{06605950-AF71-4CEF-B6A6-90A009DC151D}" dt="2025-03-09T18:27:09.347" v="71" actId="1076"/>
        <pc:sldMkLst>
          <pc:docMk/>
          <pc:sldMk cId="1868635387" sldId="270"/>
        </pc:sldMkLst>
        <pc:picChg chg="add mod">
          <ac:chgData name="Jerome Lin" userId="95a85445-80b5-43e4-b05a-0353bad18c2b" providerId="ADAL" clId="{06605950-AF71-4CEF-B6A6-90A009DC151D}" dt="2025-03-09T18:26:49.774" v="68" actId="1076"/>
          <ac:picMkLst>
            <pc:docMk/>
            <pc:sldMk cId="1868635387" sldId="270"/>
            <ac:picMk id="4" creationId="{1F39932D-C12B-DAE3-93B8-317CE0238E7E}"/>
          </ac:picMkLst>
        </pc:picChg>
        <pc:picChg chg="add mod">
          <ac:chgData name="Jerome Lin" userId="95a85445-80b5-43e4-b05a-0353bad18c2b" providerId="ADAL" clId="{06605950-AF71-4CEF-B6A6-90A009DC151D}" dt="2025-03-09T18:27:09.347" v="71" actId="1076"/>
          <ac:picMkLst>
            <pc:docMk/>
            <pc:sldMk cId="1868635387" sldId="270"/>
            <ac:picMk id="6" creationId="{CCEC6DA7-39A0-A3B9-907D-FB2DF8DFED61}"/>
          </ac:picMkLst>
        </pc:picChg>
        <pc:picChg chg="add mod">
          <ac:chgData name="Jerome Lin" userId="95a85445-80b5-43e4-b05a-0353bad18c2b" providerId="ADAL" clId="{06605950-AF71-4CEF-B6A6-90A009DC151D}" dt="2025-03-09T18:27:06.482" v="70" actId="1076"/>
          <ac:picMkLst>
            <pc:docMk/>
            <pc:sldMk cId="1868635387" sldId="270"/>
            <ac:picMk id="8" creationId="{6C3866BA-8B8E-7D69-B414-257A73469B50}"/>
          </ac:picMkLst>
        </pc:picChg>
      </pc:sldChg>
    </pc:docChg>
  </pc:docChgLst>
  <pc:docChgLst>
    <pc:chgData name="Joseph Devin" userId="S::joseph.devin@epita.fr::169bab14-c98c-480a-8d15-21c4960385f3" providerId="AD" clId="Web-{B5F343DD-2DDA-34D5-42BB-F70A4C7B5354}"/>
    <pc:docChg chg="modSld sldOrd">
      <pc:chgData name="Joseph Devin" userId="S::joseph.devin@epita.fr::169bab14-c98c-480a-8d15-21c4960385f3" providerId="AD" clId="Web-{B5F343DD-2DDA-34D5-42BB-F70A4C7B5354}" dt="2025-03-10T09:12:20.822" v="14" actId="20577"/>
      <pc:docMkLst>
        <pc:docMk/>
      </pc:docMkLst>
      <pc:sldChg chg="addSp delSp modSp">
        <pc:chgData name="Joseph Devin" userId="S::joseph.devin@epita.fr::169bab14-c98c-480a-8d15-21c4960385f3" providerId="AD" clId="Web-{B5F343DD-2DDA-34D5-42BB-F70A4C7B5354}" dt="2025-03-10T09:12:20.822" v="14" actId="20577"/>
        <pc:sldMkLst>
          <pc:docMk/>
          <pc:sldMk cId="2004968674" sldId="266"/>
        </pc:sldMkLst>
        <pc:spChg chg="mod">
          <ac:chgData name="Joseph Devin" userId="S::joseph.devin@epita.fr::169bab14-c98c-480a-8d15-21c4960385f3" providerId="AD" clId="Web-{B5F343DD-2DDA-34D5-42BB-F70A4C7B5354}" dt="2025-03-10T09:12:20.822" v="14" actId="20577"/>
          <ac:spMkLst>
            <pc:docMk/>
            <pc:sldMk cId="2004968674" sldId="266"/>
            <ac:spMk id="7" creationId="{45485095-362E-74F3-8B40-BA77D6F1A57B}"/>
          </ac:spMkLst>
        </pc:spChg>
        <pc:grpChg chg="add del">
          <ac:chgData name="Joseph Devin" userId="S::joseph.devin@epita.fr::169bab14-c98c-480a-8d15-21c4960385f3" providerId="AD" clId="Web-{B5F343DD-2DDA-34D5-42BB-F70A4C7B5354}" dt="2025-03-10T09:12:07.196" v="6"/>
          <ac:grpSpMkLst>
            <pc:docMk/>
            <pc:sldMk cId="2004968674" sldId="266"/>
            <ac:grpSpMk id="8" creationId="{CD739AC6-A8AA-A359-56F8-09F9C4FC1DB2}"/>
          </ac:grpSpMkLst>
        </pc:grpChg>
        <pc:picChg chg="add del">
          <ac:chgData name="Joseph Devin" userId="S::joseph.devin@epita.fr::169bab14-c98c-480a-8d15-21c4960385f3" providerId="AD" clId="Web-{B5F343DD-2DDA-34D5-42BB-F70A4C7B5354}" dt="2025-03-10T09:12:07.196" v="5"/>
          <ac:picMkLst>
            <pc:docMk/>
            <pc:sldMk cId="2004968674" sldId="266"/>
            <ac:picMk id="4" creationId="{51DAFEB9-2DC6-0299-7F22-344206A742DC}"/>
          </ac:picMkLst>
        </pc:picChg>
      </pc:sldChg>
      <pc:sldChg chg="ord">
        <pc:chgData name="Joseph Devin" userId="S::joseph.devin@epita.fr::169bab14-c98c-480a-8d15-21c4960385f3" providerId="AD" clId="Web-{B5F343DD-2DDA-34D5-42BB-F70A4C7B5354}" dt="2025-03-10T09:11:36.789" v="0"/>
        <pc:sldMkLst>
          <pc:docMk/>
          <pc:sldMk cId="2438974158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452F-39D4-66A7-041A-F1A635C83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C4071-D675-B45D-8840-56FA77EF8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A2435-65D2-0A85-4259-E1A7826B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2BA74-7C44-3964-5ABA-C938007D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10FA6-4BBC-832E-EB4B-5E8479C5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720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0F2D0-C99F-A031-50E5-A1EDD905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3644-6855-662D-B891-BA0D55F7D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AF98E-583B-FC67-3FD5-E592CEFC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A5EB4-8C1C-02CD-39D2-5192E609F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5E633-B4EF-D00A-7343-8F318DF8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638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814E-9447-FCD0-2D7B-8099FABE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27580-0DC6-4CA0-A0B5-BDAFC8EB6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C2FE3-AA9D-D050-1BF7-038D31FBD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7BE1C-6F0D-BF3F-EAE8-DF5D66B7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A7FC1-C18B-C9E5-ED4D-E407FD99E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63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7AC59-94A9-54F4-8780-CDB9E39A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59897-FDE8-3CED-CCBD-0582547F1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140DC-5B2E-25BD-6558-950A71C07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25C22-2F6A-2478-5C8F-47547628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F46B9-57DD-2AE0-694E-1DED3FE9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F0E5B-23DB-B0B9-77C4-91F534DC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15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92963-63BE-1C0C-5834-AB39F9B0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DF173-7CE5-F6F5-3A7E-852314D98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0698E-886B-D92E-D3D2-FE7B8E9B4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22E81-160B-148F-0C8D-A1A3757F3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F8CD7-82F7-AC0E-40BB-803230A41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C486C-AE51-8E66-59F1-FD26A984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F52D7-7CBB-5D56-2406-579CACD2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D088A-707D-4140-C727-D4AA7230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769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4D64D-9FFE-C99C-C750-26FA2266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4123F-E6E9-229E-F0C4-B2EF1DB4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1119F-2545-FD30-1201-8CDEC01B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467CE-3927-955C-1A85-2D1C378A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6836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9340B-01A1-07F9-C040-B1E1D140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C8FE3-0EED-9078-9373-EB91CB81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6A7F9-C383-250D-4065-4209D65B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411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AB69-9713-98C3-83D9-2BCAA9D5B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1244A-888B-F10D-F094-DB03697A0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2A01F-A001-1E28-2C1D-03127F5C9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FDBCA-28D7-8520-E9FD-161D23F8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E9CC3-55ED-9EF1-DE5D-F583A3AE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EF14B-FDD3-DC5F-23E9-72825A061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26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E9EAF-6178-2A9F-937B-DEC1D442E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BAC476-E869-97EB-96A6-E6C886848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D84A1-84BF-7D06-2C14-201E77EB6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DA82D-DFEA-23F3-C05C-56805FCB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F494F-AFAF-465C-4B60-BE4261F9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95C5A-3362-B2BD-EAC8-492DA4402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73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7B7F-3D0F-973D-8C51-95583EFB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58817-4241-0281-D071-48761B895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CC727-BF4D-0253-8B23-9411E4E14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E2CFC-CA73-5356-0E1E-AA590576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27C01-4FF6-6B26-B31A-01454F55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94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63AC7A-5555-C864-401B-8B92F30ED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40DA5-10DE-03FB-BDCF-EFA73A215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44A33-65BB-ECE8-6414-145E4C97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5D167-9032-07C8-1454-798389DF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701AC-939B-8636-4817-9B2CCBAA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522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F34CB2-B14F-2DAF-9472-FD6D86F0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59654-E440-6B09-6B37-CCF52EA36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D087A-09C2-B470-955F-89409BC6D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167CE-2E89-49DA-A950-D4795968070D}" type="datetimeFigureOut">
              <a:rPr lang="fr-FR" smtClean="0"/>
              <a:t>11/03/2025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867F5-2F00-E1D8-ABE2-6244A1604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ADE8C-B9D5-8913-D52F-3BA7D0441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84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D248D719-23C1-080B-1D62-1CE824BF28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&#10;">
            <a:extLst>
              <a:ext uri="{FF2B5EF4-FFF2-40B4-BE49-F238E27FC236}">
                <a16:creationId xmlns:a16="http://schemas.microsoft.com/office/drawing/2014/main" id="{B03392FC-6E0F-C446-8CE5-F333CBC9B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365" y="4691172"/>
            <a:ext cx="2892886" cy="15566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47CF913-469F-F812-E1B6-D4CE84091E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28" y="-29756"/>
            <a:ext cx="9358730" cy="1726984"/>
          </a:xfrm>
          <a:prstGeom prst="rect">
            <a:avLst/>
          </a:prstGeom>
        </p:spPr>
      </p:pic>
      <p:pic>
        <p:nvPicPr>
          <p:cNvPr id="5" name="Picture 4" descr="A white star in the dark&#10;&#10;Description automatically generated">
            <a:extLst>
              <a:ext uri="{FF2B5EF4-FFF2-40B4-BE49-F238E27FC236}">
                <a16:creationId xmlns:a16="http://schemas.microsoft.com/office/drawing/2014/main" id="{6F40B0A7-B091-B43A-BAC6-6F8875D69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805" y="1402296"/>
            <a:ext cx="3048006" cy="3048006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57CA46EE-D6EF-6CA2-B236-11A0A63947B8}"/>
              </a:ext>
            </a:extLst>
          </p:cNvPr>
          <p:cNvSpPr txBox="1"/>
          <p:nvPr/>
        </p:nvSpPr>
        <p:spPr>
          <a:xfrm>
            <a:off x="1809743" y="6488664"/>
            <a:ext cx="857250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Jérôme Lin – </a:t>
            </a:r>
            <a:r>
              <a:rPr lang="fr-FR" sz="1800" b="0" i="0" u="none" strike="noStrike" kern="1200" cap="none" spc="0" baseline="0" err="1">
                <a:solidFill>
                  <a:srgbClr val="000000"/>
                </a:solidFill>
                <a:uFillTx/>
                <a:latin typeface="Aptos Display"/>
              </a:rPr>
              <a:t>Achref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 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Ben Abdallah – Ethan Bruno – Joseph Devin</a:t>
            </a:r>
          </a:p>
        </p:txBody>
      </p:sp>
    </p:spTree>
    <p:extLst>
      <p:ext uri="{BB962C8B-B14F-4D97-AF65-F5344CB8AC3E}">
        <p14:creationId xmlns:p14="http://schemas.microsoft.com/office/powerpoint/2010/main" val="183535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E7BCD-8D4F-B3E7-9CF8-39B258E6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723D6777-2420-C4BA-94CD-0D2F269A37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3939C4C-4FBF-54CF-F914-AACE76D02090}"/>
              </a:ext>
            </a:extLst>
          </p:cNvPr>
          <p:cNvGrpSpPr/>
          <p:nvPr/>
        </p:nvGrpSpPr>
        <p:grpSpPr>
          <a:xfrm>
            <a:off x="0" y="419251"/>
            <a:ext cx="12192000" cy="1306641"/>
            <a:chOff x="0" y="419251"/>
            <a:chExt cx="12192000" cy="13066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56DE08-FA4E-FB32-FA66-5A57B5D3A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4" r="2382"/>
            <a:stretch/>
          </p:blipFill>
          <p:spPr>
            <a:xfrm>
              <a:off x="0" y="419251"/>
              <a:ext cx="12192000" cy="1306641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45FEE55-8B65-AE62-63E5-08E60FC10CB3}"/>
                </a:ext>
              </a:extLst>
            </p:cNvPr>
            <p:cNvSpPr txBox="1"/>
            <p:nvPr/>
          </p:nvSpPr>
          <p:spPr>
            <a:xfrm>
              <a:off x="0" y="657072"/>
              <a:ext cx="12192000" cy="830997"/>
            </a:xfrm>
            <a:prstGeom prst="rect">
              <a:avLst/>
            </a:prstGeom>
            <a:noFill/>
            <a:effectLst>
              <a:glow>
                <a:schemeClr val="bg1"/>
              </a:glow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glow rad="114300">
                      <a:schemeClr val="tx1">
                        <a:alpha val="40000"/>
                      </a:schemeClr>
                    </a:glow>
                  </a:effectLst>
                </a:rPr>
                <a:t>Progress</a:t>
              </a:r>
              <a:endParaRPr lang="fr-FR" sz="4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143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7B3656B-2F54-08EC-6D10-4BF09FCD5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72194"/>
              </p:ext>
            </p:extLst>
          </p:nvPr>
        </p:nvGraphicFramePr>
        <p:xfrm>
          <a:off x="3329369" y="1963713"/>
          <a:ext cx="5533261" cy="4486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981">
                  <a:extLst>
                    <a:ext uri="{9D8B030D-6E8A-4147-A177-3AD203B41FA5}">
                      <a16:colId xmlns:a16="http://schemas.microsoft.com/office/drawing/2014/main" val="2197062373"/>
                    </a:ext>
                  </a:extLst>
                </a:gridCol>
                <a:gridCol w="1694873">
                  <a:extLst>
                    <a:ext uri="{9D8B030D-6E8A-4147-A177-3AD203B41FA5}">
                      <a16:colId xmlns:a16="http://schemas.microsoft.com/office/drawing/2014/main" val="2110855950"/>
                    </a:ext>
                  </a:extLst>
                </a:gridCol>
                <a:gridCol w="1628407">
                  <a:extLst>
                    <a:ext uri="{9D8B030D-6E8A-4147-A177-3AD203B41FA5}">
                      <a16:colId xmlns:a16="http://schemas.microsoft.com/office/drawing/2014/main" val="501008076"/>
                    </a:ext>
                  </a:extLst>
                </a:gridCol>
              </a:tblGrid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 err="1">
                          <a:effectLst/>
                        </a:rPr>
                        <a:t>Tasks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 err="1">
                          <a:effectLst/>
                        </a:rPr>
                        <a:t>Current</a:t>
                      </a:r>
                      <a:r>
                        <a:rPr lang="fr-FR" sz="1400" b="1" u="none" strike="noStrike" dirty="0">
                          <a:effectLst/>
                        </a:rPr>
                        <a:t> </a:t>
                      </a:r>
                      <a:r>
                        <a:rPr lang="fr-FR" sz="1400" b="1" u="none" strike="noStrike" dirty="0" err="1">
                          <a:effectLst/>
                        </a:rPr>
                        <a:t>progress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 err="1">
                          <a:effectLst/>
                        </a:rPr>
                        <a:t>Planned</a:t>
                      </a:r>
                      <a:r>
                        <a:rPr lang="fr-FR" sz="1400" b="1" u="none" strike="noStrike" dirty="0">
                          <a:effectLst/>
                        </a:rPr>
                        <a:t> </a:t>
                      </a:r>
                      <a:r>
                        <a:rPr lang="fr-FR" sz="1400" b="1" u="none" strike="noStrike" dirty="0" err="1">
                          <a:effectLst/>
                        </a:rPr>
                        <a:t>progress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836665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Menu &amp; UI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37351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Water Simulation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45360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Movements (Boat &amp; Player)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100%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519306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AI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100%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80%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928383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3D Map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13%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30%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580157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System of localization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34084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Stats Items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931294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Fishing system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0%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019374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Hunger system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70%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75202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Network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80%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219650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Multiplayer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0%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50%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794819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Story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20%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50%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297036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Quests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0%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30%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123057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Design of entities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60%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80%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981383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Animation of entities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80%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042169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SFX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80%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80%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523244"/>
                  </a:ext>
                </a:extLst>
              </a:tr>
              <a:tr h="24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Music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100%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80%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462" marR="12462" marT="1246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415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449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B1FB9-AE4D-C970-6344-4FE6C778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3389E344-A109-5B14-8D4F-772B262F81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1F39932D-C12B-DAE3-93B8-317CE0238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992" y="423367"/>
            <a:ext cx="5462015" cy="272216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EC6DA7-39A0-A3B9-907D-FB2DF8DFED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84" y="3429000"/>
            <a:ext cx="5315369" cy="261518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3866BA-8B8E-7D69-B414-257A73469B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29" y="3429000"/>
            <a:ext cx="6039287" cy="261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3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6009-F48E-3151-CA15-C05E350A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B346C371-9670-21C1-72CC-AD99D2187A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9FBDEF8-A646-DEDE-94A3-8285E5F91505}"/>
              </a:ext>
            </a:extLst>
          </p:cNvPr>
          <p:cNvGrpSpPr/>
          <p:nvPr/>
        </p:nvGrpSpPr>
        <p:grpSpPr>
          <a:xfrm>
            <a:off x="0" y="419251"/>
            <a:ext cx="12192000" cy="1306641"/>
            <a:chOff x="0" y="419251"/>
            <a:chExt cx="12192000" cy="13066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E8DCDBE-8193-0594-6FB6-2D5DF2ACD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4" r="2382"/>
            <a:stretch/>
          </p:blipFill>
          <p:spPr>
            <a:xfrm>
              <a:off x="0" y="419251"/>
              <a:ext cx="12192000" cy="1306641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08E550-04CA-9A08-D939-28E243C2D672}"/>
                </a:ext>
              </a:extLst>
            </p:cNvPr>
            <p:cNvSpPr txBox="1"/>
            <p:nvPr/>
          </p:nvSpPr>
          <p:spPr>
            <a:xfrm>
              <a:off x="0" y="657072"/>
              <a:ext cx="12192000" cy="830997"/>
            </a:xfrm>
            <a:prstGeom prst="rect">
              <a:avLst/>
            </a:prstGeom>
            <a:noFill/>
            <a:effectLst>
              <a:glow>
                <a:schemeClr val="bg1"/>
              </a:glow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glow rad="114300">
                      <a:schemeClr val="tx1">
                        <a:alpha val="40000"/>
                      </a:schemeClr>
                    </a:glow>
                  </a:effectLst>
                </a:rPr>
                <a:t>Map Creation</a:t>
              </a:r>
              <a:endParaRPr lang="en-U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pic>
        <p:nvPicPr>
          <p:cNvPr id="7" name="Picture 6" descr="A white cube with black lines&#10;&#10;AI-generated content may be incorrect.">
            <a:extLst>
              <a:ext uri="{FF2B5EF4-FFF2-40B4-BE49-F238E27FC236}">
                <a16:creationId xmlns:a16="http://schemas.microsoft.com/office/drawing/2014/main" id="{28CA57A6-A82E-F392-1CAE-BF24C519C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700759"/>
            <a:ext cx="2556077" cy="2556077"/>
          </a:xfrm>
          <a:prstGeom prst="rect">
            <a:avLst/>
          </a:prstGeom>
        </p:spPr>
      </p:pic>
      <p:pic>
        <p:nvPicPr>
          <p:cNvPr id="8" name="Picture 7" descr="A makeup brush with blue powder coming out of it&#10;&#10;AI-generated content may be incorrect.">
            <a:extLst>
              <a:ext uri="{FF2B5EF4-FFF2-40B4-BE49-F238E27FC236}">
                <a16:creationId xmlns:a16="http://schemas.microsoft.com/office/drawing/2014/main" id="{ED5B22C0-EC4A-DE29-70E2-DE3CF3CFF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00000">
            <a:off x="2567450" y="2777924"/>
            <a:ext cx="1954596" cy="19580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38C76B-9D14-0A56-B5AA-03177DDA5D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645" y="1205696"/>
            <a:ext cx="5613722" cy="555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08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C0871-C273-B7DE-3DE9-48A6D6C9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827AE7C-E980-0584-FF70-8EAC9BC6BC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3D3514C-1220-1185-5715-33190BE3A4CD}"/>
              </a:ext>
            </a:extLst>
          </p:cNvPr>
          <p:cNvGrpSpPr/>
          <p:nvPr/>
        </p:nvGrpSpPr>
        <p:grpSpPr>
          <a:xfrm>
            <a:off x="0" y="419251"/>
            <a:ext cx="12192000" cy="1306641"/>
            <a:chOff x="0" y="419251"/>
            <a:chExt cx="12192000" cy="13066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9753C46-8319-830A-9B47-47F7D35E4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4" r="2382"/>
            <a:stretch/>
          </p:blipFill>
          <p:spPr>
            <a:xfrm>
              <a:off x="0" y="419251"/>
              <a:ext cx="12192000" cy="1306641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A8C8A18-7B6D-9FEB-1CD5-C49B42018068}"/>
                </a:ext>
              </a:extLst>
            </p:cNvPr>
            <p:cNvSpPr txBox="1"/>
            <p:nvPr/>
          </p:nvSpPr>
          <p:spPr>
            <a:xfrm>
              <a:off x="0" y="657072"/>
              <a:ext cx="12192000" cy="830997"/>
            </a:xfrm>
            <a:prstGeom prst="rect">
              <a:avLst/>
            </a:prstGeom>
            <a:noFill/>
            <a:effectLst>
              <a:glow>
                <a:schemeClr val="bg1"/>
              </a:glow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glow rad="114300">
                      <a:schemeClr val="tx1">
                        <a:alpha val="40000"/>
                      </a:schemeClr>
                    </a:glow>
                  </a:effectLst>
                </a:rPr>
                <a:t>Water Simulation</a:t>
              </a:r>
              <a:endParaRPr lang="en-U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EA04759-27E0-F15D-B7E9-DC008086B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620" y="1952729"/>
            <a:ext cx="7671344" cy="453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173F-AA7D-EF3B-1E6E-66C77467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7955E947-498A-A3CA-BB21-953FEB2A8A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D4CAE3E-3180-3E9A-BEAE-5B06882C807B}"/>
              </a:ext>
            </a:extLst>
          </p:cNvPr>
          <p:cNvGrpSpPr/>
          <p:nvPr/>
        </p:nvGrpSpPr>
        <p:grpSpPr>
          <a:xfrm>
            <a:off x="0" y="419251"/>
            <a:ext cx="12192000" cy="1306641"/>
            <a:chOff x="0" y="419251"/>
            <a:chExt cx="12192000" cy="13066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6726858-C5EF-5359-0F9E-2C6F02641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4" r="2382"/>
            <a:stretch/>
          </p:blipFill>
          <p:spPr>
            <a:xfrm>
              <a:off x="0" y="419251"/>
              <a:ext cx="12192000" cy="1306641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B40470-AC3C-B629-5B6A-F8AFC5FAE235}"/>
                </a:ext>
              </a:extLst>
            </p:cNvPr>
            <p:cNvSpPr txBox="1"/>
            <p:nvPr/>
          </p:nvSpPr>
          <p:spPr>
            <a:xfrm>
              <a:off x="0" y="657072"/>
              <a:ext cx="12192000" cy="830997"/>
            </a:xfrm>
            <a:prstGeom prst="rect">
              <a:avLst/>
            </a:prstGeom>
            <a:noFill/>
            <a:effectLst>
              <a:glow>
                <a:schemeClr val="bg1"/>
              </a:glow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glow rad="114300">
                      <a:schemeClr val="tx1">
                        <a:alpha val="40000"/>
                      </a:schemeClr>
                    </a:glow>
                  </a:effectLst>
                </a:rPr>
                <a:t>Entity Animation</a:t>
              </a:r>
              <a:endParaRPr lang="en-U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9E7564-37CB-9CA3-10EB-B727EDC12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01" y="2363164"/>
            <a:ext cx="4883087" cy="2837684"/>
          </a:xfrm>
          <a:prstGeom prst="rect">
            <a:avLst/>
          </a:prstGeom>
        </p:spPr>
      </p:pic>
      <p:pic>
        <p:nvPicPr>
          <p:cNvPr id="8" name="Picture 7" descr="A person in a garment running&#10;&#10;AI-generated content may be incorrect.">
            <a:extLst>
              <a:ext uri="{FF2B5EF4-FFF2-40B4-BE49-F238E27FC236}">
                <a16:creationId xmlns:a16="http://schemas.microsoft.com/office/drawing/2014/main" id="{855DA6AF-336B-6787-F715-23DB192C1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644" y="2295645"/>
            <a:ext cx="2591068" cy="393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0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B2DC-F93F-285F-0BC2-C7559629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415E22CA-53BB-499B-574E-D3BB3AAA6A0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D739AC6-A8AA-A359-56F8-09F9C4FC1DB2}"/>
              </a:ext>
            </a:extLst>
          </p:cNvPr>
          <p:cNvGrpSpPr/>
          <p:nvPr/>
        </p:nvGrpSpPr>
        <p:grpSpPr>
          <a:xfrm>
            <a:off x="0" y="419251"/>
            <a:ext cx="12192000" cy="1807481"/>
            <a:chOff x="0" y="419251"/>
            <a:chExt cx="12192000" cy="180748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A46E377-C3F3-9ECC-6B22-6DA70FEFC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4" r="2382"/>
            <a:stretch/>
          </p:blipFill>
          <p:spPr>
            <a:xfrm>
              <a:off x="0" y="419251"/>
              <a:ext cx="12192000" cy="1306641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485095-362E-74F3-8B40-BA77D6F1A57B}"/>
                </a:ext>
              </a:extLst>
            </p:cNvPr>
            <p:cNvSpPr txBox="1"/>
            <p:nvPr/>
          </p:nvSpPr>
          <p:spPr>
            <a:xfrm>
              <a:off x="0" y="657072"/>
              <a:ext cx="12192000" cy="1569660"/>
            </a:xfrm>
            <a:prstGeom prst="rect">
              <a:avLst/>
            </a:prstGeom>
            <a:noFill/>
            <a:effectLst>
              <a:glow>
                <a:schemeClr val="bg1"/>
              </a:glow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glow rad="114300">
                      <a:schemeClr val="tx1">
                        <a:alpha val="40000"/>
                      </a:schemeClr>
                    </a:glow>
                  </a:effectLst>
                </a:rPr>
                <a:t>Wind simulation</a:t>
              </a:r>
              <a:endParaRPr lang="fr-FR" sz="4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14300">
                    <a:schemeClr val="tx1">
                      <a:alpha val="40000"/>
                    </a:schemeClr>
                  </a:glow>
                </a:effectLst>
              </a:endParaRPr>
            </a:p>
            <a:p>
              <a:pPr algn="ctr"/>
              <a:endPara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14300">
                    <a:prstClr val="black">
                      <a:alpha val="40000"/>
                    </a:prstClr>
                  </a:glow>
                </a:effectLst>
              </a:endParaRPr>
            </a:p>
          </p:txBody>
        </p:sp>
      </p:grpSp>
      <p:pic>
        <p:nvPicPr>
          <p:cNvPr id="3" name="a">
            <a:hlinkClick r:id="" action="ppaction://media"/>
            <a:extLst>
              <a:ext uri="{FF2B5EF4-FFF2-40B4-BE49-F238E27FC236}">
                <a16:creationId xmlns:a16="http://schemas.microsoft.com/office/drawing/2014/main" id="{6DBF053E-7E8D-65E4-2F1E-8207B0448D7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233612" y="1963713"/>
            <a:ext cx="77247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6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187C-7C9C-3C14-1C10-C009ACDB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6729DA46-45EF-F8E3-FEDC-8F913383CD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74B163B-7CD5-3DBF-1DAC-4CC7C2CF116B}"/>
              </a:ext>
            </a:extLst>
          </p:cNvPr>
          <p:cNvGrpSpPr/>
          <p:nvPr/>
        </p:nvGrpSpPr>
        <p:grpSpPr>
          <a:xfrm>
            <a:off x="0" y="419251"/>
            <a:ext cx="12192000" cy="1306641"/>
            <a:chOff x="0" y="419251"/>
            <a:chExt cx="12192000" cy="13066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AB13BDD-3992-7B82-9518-CD0744BCB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4" r="2382"/>
            <a:stretch/>
          </p:blipFill>
          <p:spPr>
            <a:xfrm>
              <a:off x="0" y="419251"/>
              <a:ext cx="12192000" cy="1306641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A80864-865D-77DB-F7BB-0E93388F75A8}"/>
                </a:ext>
              </a:extLst>
            </p:cNvPr>
            <p:cNvSpPr txBox="1"/>
            <p:nvPr/>
          </p:nvSpPr>
          <p:spPr>
            <a:xfrm>
              <a:off x="0" y="657072"/>
              <a:ext cx="12192000" cy="830997"/>
            </a:xfrm>
            <a:prstGeom prst="rect">
              <a:avLst/>
            </a:prstGeom>
            <a:noFill/>
            <a:effectLst>
              <a:glow>
                <a:schemeClr val="bg1"/>
              </a:glow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glow rad="114300">
                      <a:schemeClr val="tx1">
                        <a:alpha val="40000"/>
                      </a:schemeClr>
                    </a:glow>
                  </a:effectLst>
                </a:rPr>
                <a:t>Conclusion</a:t>
              </a:r>
              <a:endParaRPr lang="fr-FR" sz="48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143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45BCDC-688D-2DE7-0AC0-570A7B1DF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819899"/>
              </p:ext>
            </p:extLst>
          </p:nvPr>
        </p:nvGraphicFramePr>
        <p:xfrm>
          <a:off x="2032000" y="2338916"/>
          <a:ext cx="8127999" cy="3479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434626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99005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35032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Done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 progress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To do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095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Menu &amp; UI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Items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2D map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Water simulation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Movements (boat, player)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Movement AI (enemies, attack)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Animation of the entities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Music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3D map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Network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Weather simulation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Design of the entities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SFX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Localization system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Fishing system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Hunger system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Multiplayer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Story 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29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974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174</Words>
  <Application>Microsoft Office PowerPoint</Application>
  <PresentationFormat>Widescreen</PresentationFormat>
  <Paragraphs>79</Paragraphs>
  <Slides>8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Jerome Lin</dc:creator>
  <cp:lastModifiedBy>Jerome Lin</cp:lastModifiedBy>
  <cp:revision>53</cp:revision>
  <dcterms:created xsi:type="dcterms:W3CDTF">2025-03-09T14:48:05Z</dcterms:created>
  <dcterms:modified xsi:type="dcterms:W3CDTF">2025-03-11T09:39:21Z</dcterms:modified>
</cp:coreProperties>
</file>